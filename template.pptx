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4"/>
  </p:sldMasterIdLst>
  <p:notesMasterIdLst>
    <p:notesMasterId r:id="rId28"/>
  </p:notesMasterIdLst>
  <p:handoutMasterIdLst>
    <p:handoutMasterId r:id="rId29"/>
  </p:handoutMasterIdLst>
  <p:sldIdLst>
    <p:sldId id="4428" r:id="rId15"/>
    <p:sldId id="4367" r:id="rId16"/>
    <p:sldId id="4371" r:id="rId17"/>
    <p:sldId id="4394" r:id="rId18"/>
    <p:sldId id="4427" r:id="rId19"/>
    <p:sldId id="4416" r:id="rId20"/>
    <p:sldId id="4381" r:id="rId21"/>
    <p:sldId id="4420" r:id="rId22"/>
    <p:sldId id="4377" r:id="rId23"/>
    <p:sldId id="4368" r:id="rId24"/>
    <p:sldId id="4393" r:id="rId25"/>
    <p:sldId id="4395" r:id="rId26"/>
    <p:sldId id="4426" r:id="rId27"/>
  </p:sldIdLst>
  <p:sldSz cx="12192000" cy="6858000"/>
  <p:notesSz cx="6858000" cy="9144000"/>
  <p:embeddedFontLst>
    <p:embeddedFont>
      <p:font typeface="Cadiz Book" pitchFamily="2" charset="77"/>
      <p:regular r:id="rId30"/>
      <p:italic r:id="rId31"/>
    </p:embeddedFont>
    <p:embeddedFont>
      <p:font typeface="Cadiz SemiBold" pitchFamily="2" charset="77"/>
      <p:regular r:id="rId32"/>
      <p:bold r:id="rId33"/>
      <p:italic r:id="rId34"/>
      <p:boldItalic r:id="rId35"/>
    </p:embeddedFont>
    <p:embeddedFont>
      <p:font typeface="Messina Modern Book" pitchFamily="2" charset="77"/>
      <p:regular r:id="rId36"/>
      <p:italic r:id="rId37"/>
    </p:embeddedFont>
  </p:embeddedFontLst>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lona Suominen" initials="IS" lastIdx="10" clrIdx="0">
    <p:extLst>
      <p:ext uri="{19B8F6BF-5375-455C-9EA6-DF929625EA0E}">
        <p15:presenceInfo xmlns:p15="http://schemas.microsoft.com/office/powerpoint/2012/main" userId="S::ilona.suominen@gofore.com::f02d75d2-ffe8-4926-856c-f47224c29633" providerId="AD"/>
      </p:ext>
    </p:extLst>
  </p:cmAuthor>
  <p:cmAuthor id="2" name="Tomas Rosenqvist" initials="TR" lastIdx="1" clrIdx="1">
    <p:extLst>
      <p:ext uri="{19B8F6BF-5375-455C-9EA6-DF929625EA0E}">
        <p15:presenceInfo xmlns:p15="http://schemas.microsoft.com/office/powerpoint/2012/main" userId="S::tomas.rosenqvist@gofore.com::f848d690-f1ee-4ca1-89af-5061b95060a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E3E5"/>
    <a:srgbClr val="B8EAF1"/>
    <a:srgbClr val="FAF1EF"/>
    <a:srgbClr val="F0F5F5"/>
    <a:srgbClr val="92B1B8"/>
    <a:srgbClr val="FFC6DA"/>
    <a:srgbClr val="44C2DE"/>
    <a:srgbClr val="647D83"/>
    <a:srgbClr val="FF73A4"/>
    <a:srgbClr val="44C1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6327" autoAdjust="0"/>
  </p:normalViewPr>
  <p:slideViewPr>
    <p:cSldViewPr snapToGrid="0">
      <p:cViewPr varScale="1">
        <p:scale>
          <a:sx n="109" d="100"/>
          <a:sy n="109" d="100"/>
        </p:scale>
        <p:origin x="1256" y="496"/>
      </p:cViewPr>
      <p:guideLst/>
    </p:cSldViewPr>
  </p:slideViewPr>
  <p:outlineViewPr>
    <p:cViewPr>
      <p:scale>
        <a:sx n="33" d="100"/>
        <a:sy n="33" d="100"/>
      </p:scale>
      <p:origin x="0" y="-949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presProps" Target="presProps.xml"/><Relationship Id="rId21" Type="http://schemas.openxmlformats.org/officeDocument/2006/relationships/slide" Target="slides/slide7.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handoutMaster" Target="handoutMasters/handoutMaster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customXml" Target="../customXml/item10.xml"/><Relationship Id="rId19" Type="http://schemas.openxmlformats.org/officeDocument/2006/relationships/slide" Target="slides/slide5.xml"/><Relationship Id="rId31" Type="http://schemas.openxmlformats.org/officeDocument/2006/relationships/font" Target="fonts/font2.fntdata"/><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font" Target="fonts/font4.fntdata"/><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6E533F-BE71-774E-B678-FC5DC8D716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latin typeface="Cadiz Book" pitchFamily="2" charset="0"/>
            </a:endParaRPr>
          </a:p>
        </p:txBody>
      </p:sp>
      <p:sp>
        <p:nvSpPr>
          <p:cNvPr id="3" name="Date Placeholder 2">
            <a:extLst>
              <a:ext uri="{FF2B5EF4-FFF2-40B4-BE49-F238E27FC236}">
                <a16:creationId xmlns:a16="http://schemas.microsoft.com/office/drawing/2014/main" id="{F94CD060-4394-9248-B863-16EBD3AA55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3C00A8-E895-E94F-B539-110966CA9B85}" type="datetimeFigureOut">
              <a:rPr lang="en-FI" smtClean="0">
                <a:latin typeface="Cadiz Book" pitchFamily="2" charset="0"/>
              </a:rPr>
              <a:t>6/2/25</a:t>
            </a:fld>
            <a:endParaRPr lang="en-FI">
              <a:latin typeface="Cadiz Book" pitchFamily="2" charset="0"/>
            </a:endParaRPr>
          </a:p>
        </p:txBody>
      </p:sp>
      <p:sp>
        <p:nvSpPr>
          <p:cNvPr id="4" name="Footer Placeholder 3">
            <a:extLst>
              <a:ext uri="{FF2B5EF4-FFF2-40B4-BE49-F238E27FC236}">
                <a16:creationId xmlns:a16="http://schemas.microsoft.com/office/drawing/2014/main" id="{EAEC4B8C-C9E4-6742-BAE8-7CB2B72C5D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latin typeface="Cadiz Book" pitchFamily="2" charset="0"/>
            </a:endParaRPr>
          </a:p>
        </p:txBody>
      </p:sp>
      <p:sp>
        <p:nvSpPr>
          <p:cNvPr id="5" name="Slide Number Placeholder 4">
            <a:extLst>
              <a:ext uri="{FF2B5EF4-FFF2-40B4-BE49-F238E27FC236}">
                <a16:creationId xmlns:a16="http://schemas.microsoft.com/office/drawing/2014/main" id="{39C65985-8A0C-F843-B99C-0C33E5F4D24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F4F06E-65CC-9F4A-986E-6396C4A4EDB9}" type="slidenum">
              <a:rPr lang="en-FI" smtClean="0">
                <a:latin typeface="Cadiz Book" pitchFamily="2" charset="0"/>
              </a:rPr>
              <a:t>‹#›</a:t>
            </a:fld>
            <a:endParaRPr lang="en-FI">
              <a:latin typeface="Cadiz Book" pitchFamily="2" charset="0"/>
            </a:endParaRPr>
          </a:p>
        </p:txBody>
      </p:sp>
      <p:grpSp>
        <p:nvGrpSpPr>
          <p:cNvPr id="6" name="Graphic 44">
            <a:extLst>
              <a:ext uri="{FF2B5EF4-FFF2-40B4-BE49-F238E27FC236}">
                <a16:creationId xmlns:a16="http://schemas.microsoft.com/office/drawing/2014/main" id="{F264F4EE-9230-084A-B6F5-308F74D3F0EE}"/>
              </a:ext>
            </a:extLst>
          </p:cNvPr>
          <p:cNvGrpSpPr>
            <a:grpSpLocks noChangeAspect="1"/>
          </p:cNvGrpSpPr>
          <p:nvPr/>
        </p:nvGrpSpPr>
        <p:grpSpPr>
          <a:xfrm>
            <a:off x="2840172" y="458788"/>
            <a:ext cx="1176069" cy="458787"/>
            <a:chOff x="1481713" y="699513"/>
            <a:chExt cx="3229929" cy="1260000"/>
          </a:xfrm>
          <a:solidFill>
            <a:schemeClr val="accent1"/>
          </a:solidFill>
        </p:grpSpPr>
        <p:sp>
          <p:nvSpPr>
            <p:cNvPr id="7" name="Freeform: Shape 71">
              <a:extLst>
                <a:ext uri="{FF2B5EF4-FFF2-40B4-BE49-F238E27FC236}">
                  <a16:creationId xmlns:a16="http://schemas.microsoft.com/office/drawing/2014/main" id="{88F8628F-79C1-A045-9EE2-C4CD5C4F622D}"/>
                </a:ext>
              </a:extLst>
            </p:cNvPr>
            <p:cNvSpPr>
              <a:spLocks noChangeAspect="1"/>
            </p:cNvSpPr>
            <p:nvPr/>
          </p:nvSpPr>
          <p:spPr>
            <a:xfrm>
              <a:off x="1855066" y="1119513"/>
              <a:ext cx="2483222" cy="420000"/>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FF7200"/>
            </a:solidFill>
            <a:ln w="2617" cap="flat">
              <a:noFill/>
              <a:prstDash val="solid"/>
              <a:miter/>
            </a:ln>
          </p:spPr>
          <p:txBody>
            <a:bodyPr rtlCol="0" anchor="ctr"/>
            <a:lstStyle/>
            <a:p>
              <a:endParaRPr lang="en-FI">
                <a:latin typeface="Cadiz Book" panose="00000500000000000000" pitchFamily="50" charset="0"/>
              </a:endParaRPr>
            </a:p>
          </p:txBody>
        </p:sp>
        <p:sp>
          <p:nvSpPr>
            <p:cNvPr id="8" name="Freeform: Shape 72">
              <a:extLst>
                <a:ext uri="{FF2B5EF4-FFF2-40B4-BE49-F238E27FC236}">
                  <a16:creationId xmlns:a16="http://schemas.microsoft.com/office/drawing/2014/main" id="{AA325CC1-7DFC-C040-AD71-52FCD1632AE8}"/>
                </a:ext>
              </a:extLst>
            </p:cNvPr>
            <p:cNvSpPr/>
            <p:nvPr/>
          </p:nvSpPr>
          <p:spPr>
            <a:xfrm>
              <a:off x="1481713" y="699513"/>
              <a:ext cx="3229929" cy="1260000"/>
            </a:xfrm>
            <a:custGeom>
              <a:avLst/>
              <a:gdLst>
                <a:gd name="connsiteX0" fmla="*/ 0 w 3229929"/>
                <a:gd name="connsiteY0" fmla="*/ 0 h 1260000"/>
                <a:gd name="connsiteX1" fmla="*/ 3229929 w 3229929"/>
                <a:gd name="connsiteY1" fmla="*/ 0 h 1260000"/>
                <a:gd name="connsiteX2" fmla="*/ 3229929 w 3229929"/>
                <a:gd name="connsiteY2" fmla="*/ 1260000 h 1260000"/>
                <a:gd name="connsiteX3" fmla="*/ 0 w 3229929"/>
                <a:gd name="connsiteY3" fmla="*/ 1260000 h 1260000"/>
              </a:gdLst>
              <a:ahLst/>
              <a:cxnLst>
                <a:cxn ang="0">
                  <a:pos x="connsiteX0" y="connsiteY0"/>
                </a:cxn>
                <a:cxn ang="0">
                  <a:pos x="connsiteX1" y="connsiteY1"/>
                </a:cxn>
                <a:cxn ang="0">
                  <a:pos x="connsiteX2" y="connsiteY2"/>
                </a:cxn>
                <a:cxn ang="0">
                  <a:pos x="connsiteX3" y="connsiteY3"/>
                </a:cxn>
              </a:cxnLst>
              <a:rect l="l" t="t" r="r" b="b"/>
              <a:pathLst>
                <a:path w="3229929" h="1260000">
                  <a:moveTo>
                    <a:pt x="0" y="0"/>
                  </a:moveTo>
                  <a:lnTo>
                    <a:pt x="3229929" y="0"/>
                  </a:lnTo>
                  <a:lnTo>
                    <a:pt x="3229929" y="1260000"/>
                  </a:lnTo>
                  <a:lnTo>
                    <a:pt x="0" y="1260000"/>
                  </a:lnTo>
                  <a:close/>
                </a:path>
              </a:pathLst>
            </a:custGeom>
            <a:noFill/>
            <a:ln w="2617" cap="flat">
              <a:noFill/>
              <a:prstDash val="solid"/>
              <a:miter/>
            </a:ln>
          </p:spPr>
          <p:txBody>
            <a:bodyPr rtlCol="0" anchor="ctr"/>
            <a:lstStyle/>
            <a:p>
              <a:endParaRPr lang="en-FI">
                <a:latin typeface="Cadiz Book" panose="00000500000000000000" pitchFamily="50" charset="0"/>
              </a:endParaRPr>
            </a:p>
          </p:txBody>
        </p:sp>
      </p:grpSp>
    </p:spTree>
    <p:extLst>
      <p:ext uri="{BB962C8B-B14F-4D97-AF65-F5344CB8AC3E}">
        <p14:creationId xmlns:p14="http://schemas.microsoft.com/office/powerpoint/2010/main" val="4175076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adiz Book" pitchFamily="2" charset="0"/>
              </a:defRPr>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adiz Book" pitchFamily="2" charset="0"/>
              </a:defRPr>
            </a:lvl1pPr>
          </a:lstStyle>
          <a:p>
            <a:fld id="{CE3EE01A-9E26-46E9-9499-1C628E957BF8}" type="datetimeFigureOut">
              <a:rPr lang="en-FI" smtClean="0"/>
              <a:pPr/>
              <a:t>6/2/25</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srgbClr val="A4B4BB"/>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diz Book" pitchFamily="2" charset="0"/>
              </a:defRPr>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diz Book" pitchFamily="2" charset="0"/>
              </a:defRPr>
            </a:lvl1pPr>
          </a:lstStyle>
          <a:p>
            <a:fld id="{B5B36F11-82FF-42F3-8222-09CCE8829849}" type="slidenum">
              <a:rPr lang="en-FI" smtClean="0"/>
              <a:pPr/>
              <a:t>‹#›</a:t>
            </a:fld>
            <a:endParaRPr lang="en-FI"/>
          </a:p>
        </p:txBody>
      </p:sp>
      <p:grpSp>
        <p:nvGrpSpPr>
          <p:cNvPr id="8" name="Graphic 44">
            <a:extLst>
              <a:ext uri="{FF2B5EF4-FFF2-40B4-BE49-F238E27FC236}">
                <a16:creationId xmlns:a16="http://schemas.microsoft.com/office/drawing/2014/main" id="{D73BED26-AE06-1445-A924-6BB8303CD682}"/>
              </a:ext>
            </a:extLst>
          </p:cNvPr>
          <p:cNvGrpSpPr>
            <a:grpSpLocks noChangeAspect="1"/>
          </p:cNvGrpSpPr>
          <p:nvPr/>
        </p:nvGrpSpPr>
        <p:grpSpPr>
          <a:xfrm>
            <a:off x="2840172" y="458788"/>
            <a:ext cx="1176069" cy="458787"/>
            <a:chOff x="1481713" y="699513"/>
            <a:chExt cx="3229929" cy="1260000"/>
          </a:xfrm>
          <a:solidFill>
            <a:schemeClr val="accent1"/>
          </a:solidFill>
        </p:grpSpPr>
        <p:sp>
          <p:nvSpPr>
            <p:cNvPr id="9" name="Freeform: Shape 71">
              <a:extLst>
                <a:ext uri="{FF2B5EF4-FFF2-40B4-BE49-F238E27FC236}">
                  <a16:creationId xmlns:a16="http://schemas.microsoft.com/office/drawing/2014/main" id="{5561C7F6-B4D7-8F48-A510-FBFD962E69E2}"/>
                </a:ext>
              </a:extLst>
            </p:cNvPr>
            <p:cNvSpPr>
              <a:spLocks noChangeAspect="1"/>
            </p:cNvSpPr>
            <p:nvPr/>
          </p:nvSpPr>
          <p:spPr>
            <a:xfrm>
              <a:off x="1855066" y="1119513"/>
              <a:ext cx="2483222" cy="420000"/>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FF7200"/>
            </a:solidFill>
            <a:ln w="2617" cap="flat">
              <a:noFill/>
              <a:prstDash val="solid"/>
              <a:miter/>
            </a:ln>
          </p:spPr>
          <p:txBody>
            <a:bodyPr rtlCol="0" anchor="ctr"/>
            <a:lstStyle/>
            <a:p>
              <a:endParaRPr lang="en-FI" b="0" i="0">
                <a:latin typeface="Cadiz Book" pitchFamily="2" charset="0"/>
              </a:endParaRPr>
            </a:p>
          </p:txBody>
        </p:sp>
        <p:sp>
          <p:nvSpPr>
            <p:cNvPr id="10" name="Freeform: Shape 72">
              <a:extLst>
                <a:ext uri="{FF2B5EF4-FFF2-40B4-BE49-F238E27FC236}">
                  <a16:creationId xmlns:a16="http://schemas.microsoft.com/office/drawing/2014/main" id="{B8603420-8E6C-864E-B16D-5D20EC83602C}"/>
                </a:ext>
              </a:extLst>
            </p:cNvPr>
            <p:cNvSpPr/>
            <p:nvPr/>
          </p:nvSpPr>
          <p:spPr>
            <a:xfrm>
              <a:off x="1481713" y="699513"/>
              <a:ext cx="3229929" cy="1260000"/>
            </a:xfrm>
            <a:custGeom>
              <a:avLst/>
              <a:gdLst>
                <a:gd name="connsiteX0" fmla="*/ 0 w 3229929"/>
                <a:gd name="connsiteY0" fmla="*/ 0 h 1260000"/>
                <a:gd name="connsiteX1" fmla="*/ 3229929 w 3229929"/>
                <a:gd name="connsiteY1" fmla="*/ 0 h 1260000"/>
                <a:gd name="connsiteX2" fmla="*/ 3229929 w 3229929"/>
                <a:gd name="connsiteY2" fmla="*/ 1260000 h 1260000"/>
                <a:gd name="connsiteX3" fmla="*/ 0 w 3229929"/>
                <a:gd name="connsiteY3" fmla="*/ 1260000 h 1260000"/>
              </a:gdLst>
              <a:ahLst/>
              <a:cxnLst>
                <a:cxn ang="0">
                  <a:pos x="connsiteX0" y="connsiteY0"/>
                </a:cxn>
                <a:cxn ang="0">
                  <a:pos x="connsiteX1" y="connsiteY1"/>
                </a:cxn>
                <a:cxn ang="0">
                  <a:pos x="connsiteX2" y="connsiteY2"/>
                </a:cxn>
                <a:cxn ang="0">
                  <a:pos x="connsiteX3" y="connsiteY3"/>
                </a:cxn>
              </a:cxnLst>
              <a:rect l="l" t="t" r="r" b="b"/>
              <a:pathLst>
                <a:path w="3229929" h="1260000">
                  <a:moveTo>
                    <a:pt x="0" y="0"/>
                  </a:moveTo>
                  <a:lnTo>
                    <a:pt x="3229929" y="0"/>
                  </a:lnTo>
                  <a:lnTo>
                    <a:pt x="3229929" y="1260000"/>
                  </a:lnTo>
                  <a:lnTo>
                    <a:pt x="0" y="1260000"/>
                  </a:lnTo>
                  <a:close/>
                </a:path>
              </a:pathLst>
            </a:custGeom>
            <a:noFill/>
            <a:ln w="2617" cap="flat">
              <a:noFill/>
              <a:prstDash val="solid"/>
              <a:miter/>
            </a:ln>
          </p:spPr>
          <p:txBody>
            <a:bodyPr rtlCol="0" anchor="ctr"/>
            <a:lstStyle/>
            <a:p>
              <a:endParaRPr lang="en-FI" b="0" i="0">
                <a:latin typeface="Cadiz Book" pitchFamily="2" charset="0"/>
              </a:endParaRPr>
            </a:p>
          </p:txBody>
        </p:sp>
      </p:grpSp>
    </p:spTree>
    <p:extLst>
      <p:ext uri="{BB962C8B-B14F-4D97-AF65-F5344CB8AC3E}">
        <p14:creationId xmlns:p14="http://schemas.microsoft.com/office/powerpoint/2010/main" val="3822450838"/>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1pPr>
    <a:lvl2pPr marL="6286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2pPr>
    <a:lvl3pPr marL="10858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3pPr>
    <a:lvl4pPr marL="15430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4pPr>
    <a:lvl5pPr marL="20002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dirty="0"/>
          </a:p>
        </p:txBody>
      </p:sp>
      <p:sp>
        <p:nvSpPr>
          <p:cNvPr id="4" name="Slide Number Placeholder 3"/>
          <p:cNvSpPr>
            <a:spLocks noGrp="1"/>
          </p:cNvSpPr>
          <p:nvPr>
            <p:ph type="sldNum" sz="quarter" idx="5"/>
          </p:nvPr>
        </p:nvSpPr>
        <p:spPr/>
        <p:txBody>
          <a:bodyPr/>
          <a:lstStyle/>
          <a:p>
            <a:fld id="{B5B36F11-82FF-42F3-8222-09CCE8829849}" type="slidenum">
              <a:rPr lang="en-FI" smtClean="0"/>
              <a:pPr/>
              <a:t>4</a:t>
            </a:fld>
            <a:endParaRPr lang="en-FI"/>
          </a:p>
        </p:txBody>
      </p:sp>
    </p:spTree>
    <p:extLst>
      <p:ext uri="{BB962C8B-B14F-4D97-AF65-F5344CB8AC3E}">
        <p14:creationId xmlns:p14="http://schemas.microsoft.com/office/powerpoint/2010/main" val="2419373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22.svg"/><Relationship Id="rId4"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4.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circle only">
    <p:bg>
      <p:bgPr>
        <a:solidFill>
          <a:srgbClr val="0F3D5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0550C3B-19E3-976E-3415-B1FE34918D32}"/>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5291414">
            <a:off x="6309572" y="1129205"/>
            <a:ext cx="4723051" cy="4576249"/>
          </a:xfrm>
          <a:prstGeom prst="rect">
            <a:avLst/>
          </a:prstGeom>
        </p:spPr>
      </p:pic>
      <p:sp>
        <p:nvSpPr>
          <p:cNvPr id="4" name="Title 3">
            <a:extLst>
              <a:ext uri="{FF2B5EF4-FFF2-40B4-BE49-F238E27FC236}">
                <a16:creationId xmlns:a16="http://schemas.microsoft.com/office/drawing/2014/main" id="{A1D08046-063C-41BA-8492-333536A868C6}"/>
              </a:ext>
            </a:extLst>
          </p:cNvPr>
          <p:cNvSpPr>
            <a:spLocks noGrp="1"/>
          </p:cNvSpPr>
          <p:nvPr>
            <p:ph type="title" hasCustomPrompt="1"/>
          </p:nvPr>
        </p:nvSpPr>
        <p:spPr>
          <a:xfrm>
            <a:off x="675005" y="1442147"/>
            <a:ext cx="5796915" cy="3067578"/>
          </a:xfrm>
        </p:spPr>
        <p:txBody>
          <a:bodyPr/>
          <a:lstStyle>
            <a:lvl1pPr>
              <a:defRPr sz="6000" b="0" i="0">
                <a:solidFill>
                  <a:schemeClr val="accent5"/>
                </a:solidFill>
                <a:latin typeface="Messina Modern Book" pitchFamily="2" charset="77"/>
              </a:defRPr>
            </a:lvl1pPr>
          </a:lstStyle>
          <a:p>
            <a:r>
              <a:rPr lang="en-US" dirty="0"/>
              <a:t>Insert presentation title</a:t>
            </a:r>
            <a:endParaRPr lang="en-GB" dirty="0"/>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7" y="4509725"/>
            <a:ext cx="4589518" cy="1000095"/>
          </a:xfrm>
          <a:prstGeom prst="rect">
            <a:avLst/>
          </a:prstGeom>
        </p:spPr>
        <p:txBody>
          <a:bodyPr lIns="0" rIns="0">
            <a:noAutofit/>
          </a:bodyPr>
          <a:lstStyle>
            <a:lvl1pPr marL="0" indent="0" algn="l">
              <a:buNone/>
              <a:defRPr sz="1800" b="0" i="0" spc="-50" baseline="0">
                <a:solidFill>
                  <a:schemeClr val="accent5"/>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D40C1F7C-CA02-D90C-ACFA-79A690467767}"/>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accent4"/>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27609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after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illustration">
    <p:bg>
      <p:bgPr>
        <a:solidFill>
          <a:srgbClr val="0F3D5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4C87C43-F01F-9366-7DE6-B7B4E2242B7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75053" y="859512"/>
            <a:ext cx="6233776" cy="5292078"/>
          </a:xfrm>
          <a:prstGeom prst="rect">
            <a:avLst/>
          </a:prstGeom>
        </p:spPr>
      </p:pic>
      <p:pic>
        <p:nvPicPr>
          <p:cNvPr id="8" name="Graphic 7">
            <a:extLst>
              <a:ext uri="{FF2B5EF4-FFF2-40B4-BE49-F238E27FC236}">
                <a16:creationId xmlns:a16="http://schemas.microsoft.com/office/drawing/2014/main" id="{2126FBD6-1D65-D033-56BB-A40E4A9B3A22}"/>
              </a:ext>
              <a:ext uri="{C183D7F6-B498-43B3-948B-1728B52AA6E4}">
                <adec:decorative xmlns:adec="http://schemas.microsoft.com/office/drawing/2017/decorative" val="1"/>
              </a:ext>
            </a:extLst>
          </p:cNvPr>
          <p:cNvPicPr>
            <a:picLocks noChangeAspect="1"/>
          </p:cNvPicPr>
          <p:nvPr userDrawn="1"/>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4055" t="33333" r="15152" b="27889"/>
          <a:stretch/>
        </p:blipFill>
        <p:spPr>
          <a:xfrm>
            <a:off x="6552382" y="2481972"/>
            <a:ext cx="5009973" cy="3388528"/>
          </a:xfrm>
          <a:prstGeom prst="rect">
            <a:avLst/>
          </a:prstGeom>
        </p:spPr>
      </p:pic>
      <p:sp>
        <p:nvSpPr>
          <p:cNvPr id="3" name="Title 2">
            <a:extLst>
              <a:ext uri="{FF2B5EF4-FFF2-40B4-BE49-F238E27FC236}">
                <a16:creationId xmlns:a16="http://schemas.microsoft.com/office/drawing/2014/main" id="{014B3DCC-C27E-85C5-F2BD-642A7B0D7FD5}"/>
              </a:ext>
            </a:extLst>
          </p:cNvPr>
          <p:cNvSpPr>
            <a:spLocks noGrp="1"/>
          </p:cNvSpPr>
          <p:nvPr>
            <p:ph type="title" hasCustomPrompt="1"/>
          </p:nvPr>
        </p:nvSpPr>
        <p:spPr>
          <a:xfrm>
            <a:off x="675005" y="1442147"/>
            <a:ext cx="5339715" cy="3067577"/>
          </a:xfrm>
        </p:spPr>
        <p:txBody>
          <a:bodyPr/>
          <a:lstStyle>
            <a:lvl1pPr>
              <a:defRPr sz="6000" b="0" i="0">
                <a:solidFill>
                  <a:srgbClr val="B8EAF1"/>
                </a:solidFill>
                <a:latin typeface="Messina Modern Book" pitchFamily="2" charset="77"/>
              </a:defRPr>
            </a:lvl1pPr>
          </a:lstStyle>
          <a:p>
            <a:r>
              <a:rPr lang="en-GB" dirty="0"/>
              <a:t>Insert presentation title</a:t>
            </a:r>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09725"/>
            <a:ext cx="4589519" cy="1000095"/>
          </a:xfrm>
          <a:prstGeom prst="rect">
            <a:avLst/>
          </a:prstGeom>
        </p:spPr>
        <p:txBody>
          <a:bodyPr lIns="0" rIns="0">
            <a:noAutofit/>
          </a:bodyPr>
          <a:lstStyle>
            <a:lvl1pPr marL="0" indent="0" algn="l">
              <a:buNone/>
              <a:defRPr sz="1800" b="0" i="0" spc="-50" baseline="0">
                <a:solidFill>
                  <a:schemeClr val="bg2"/>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D64E1053-62E7-6460-DDD6-1E41A149ED98}"/>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bg2"/>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64566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afterEffect">
                                  <p:stCondLst>
                                    <p:cond delay="0"/>
                                  </p:stCondLst>
                                  <p:childTnLst>
                                    <p:animRot by="120000">
                                      <p:cBhvr>
                                        <p:cTn id="6" dur="500" fill="hold">
                                          <p:stCondLst>
                                            <p:cond delay="0"/>
                                          </p:stCondLst>
                                        </p:cTn>
                                        <p:tgtEl>
                                          <p:spTgt spid="7"/>
                                        </p:tgtEl>
                                        <p:attrNameLst>
                                          <p:attrName>r</p:attrName>
                                        </p:attrNameLst>
                                      </p:cBhvr>
                                    </p:animRot>
                                    <p:animRot by="-240000">
                                      <p:cBhvr>
                                        <p:cTn id="7" dur="1000" fill="hold">
                                          <p:stCondLst>
                                            <p:cond delay="1000"/>
                                          </p:stCondLst>
                                        </p:cTn>
                                        <p:tgtEl>
                                          <p:spTgt spid="7"/>
                                        </p:tgtEl>
                                        <p:attrNameLst>
                                          <p:attrName>r</p:attrName>
                                        </p:attrNameLst>
                                      </p:cBhvr>
                                    </p:animRot>
                                    <p:animRot by="240000">
                                      <p:cBhvr>
                                        <p:cTn id="8" dur="1000" fill="hold">
                                          <p:stCondLst>
                                            <p:cond delay="2000"/>
                                          </p:stCondLst>
                                        </p:cTn>
                                        <p:tgtEl>
                                          <p:spTgt spid="7"/>
                                        </p:tgtEl>
                                        <p:attrNameLst>
                                          <p:attrName>r</p:attrName>
                                        </p:attrNameLst>
                                      </p:cBhvr>
                                    </p:animRot>
                                    <p:animRot by="-240000">
                                      <p:cBhvr>
                                        <p:cTn id="9" dur="1000" fill="hold">
                                          <p:stCondLst>
                                            <p:cond delay="3000"/>
                                          </p:stCondLst>
                                        </p:cTn>
                                        <p:tgtEl>
                                          <p:spTgt spid="7"/>
                                        </p:tgtEl>
                                        <p:attrNameLst>
                                          <p:attrName>r</p:attrName>
                                        </p:attrNameLst>
                                      </p:cBhvr>
                                    </p:animRot>
                                    <p:animRot by="120000">
                                      <p:cBhvr>
                                        <p:cTn id="10" dur="1000" fill="hold">
                                          <p:stCondLst>
                                            <p:cond delay="40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circle picture dark">
    <p:bg>
      <p:bgPr>
        <a:solidFill>
          <a:schemeClr val="tx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AEEB825D-0E6B-A477-9E11-52914F18339B}"/>
              </a:ext>
            </a:extLst>
          </p:cNvPr>
          <p:cNvSpPr>
            <a:spLocks noGrp="1"/>
          </p:cNvSpPr>
          <p:nvPr>
            <p:ph type="pic" sz="quarter" idx="16" hasCustomPrompt="1"/>
          </p:nvPr>
        </p:nvSpPr>
        <p:spPr>
          <a:xfrm>
            <a:off x="4752420" y="668261"/>
            <a:ext cx="6486911" cy="5507016"/>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anchor="ctr"/>
          <a:lstStyle>
            <a:lvl1pPr marL="0" indent="0" algn="ctr">
              <a:buNone/>
              <a:defRPr/>
            </a:lvl1pPr>
          </a:lstStyle>
          <a:p>
            <a:r>
              <a:rPr lang="en-GB"/>
              <a:t>I</a:t>
            </a:r>
            <a:r>
              <a:rPr lang="en-FI"/>
              <a:t>nsert image</a:t>
            </a:r>
          </a:p>
          <a:p>
            <a:endParaRPr lang="en-FI"/>
          </a:p>
        </p:txBody>
      </p:sp>
      <p:sp>
        <p:nvSpPr>
          <p:cNvPr id="3" name="Title 2">
            <a:extLst>
              <a:ext uri="{FF2B5EF4-FFF2-40B4-BE49-F238E27FC236}">
                <a16:creationId xmlns:a16="http://schemas.microsoft.com/office/drawing/2014/main" id="{85E131F3-7BDE-0A47-6F4B-04833C6765CA}"/>
              </a:ext>
            </a:extLst>
          </p:cNvPr>
          <p:cNvSpPr>
            <a:spLocks noGrp="1"/>
          </p:cNvSpPr>
          <p:nvPr>
            <p:ph type="title" hasCustomPrompt="1"/>
          </p:nvPr>
        </p:nvSpPr>
        <p:spPr>
          <a:xfrm>
            <a:off x="675005" y="1442148"/>
            <a:ext cx="5664835" cy="3073839"/>
          </a:xfrm>
        </p:spPr>
        <p:txBody>
          <a:bodyPr/>
          <a:lstStyle>
            <a:lvl1pPr>
              <a:defRPr sz="6000" b="0" i="0">
                <a:solidFill>
                  <a:schemeClr val="bg1"/>
                </a:solidFill>
                <a:latin typeface="Messina Modern Book" pitchFamily="2" charset="77"/>
              </a:defRPr>
            </a:lvl1pPr>
          </a:lstStyle>
          <a:p>
            <a:r>
              <a:rPr lang="en-GB" dirty="0"/>
              <a:t>Insert presentation title</a:t>
            </a:r>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15988"/>
            <a:ext cx="4057095" cy="1000095"/>
          </a:xfrm>
          <a:prstGeom prst="rect">
            <a:avLst/>
          </a:prstGeom>
        </p:spPr>
        <p:txBody>
          <a:bodyPr lIns="0" rIns="0">
            <a:noAutofit/>
          </a:bodyPr>
          <a:lstStyle>
            <a:lvl1pPr marL="0" indent="0" algn="l">
              <a:buNone/>
              <a:defRPr sz="1800" b="0" i="0" spc="-50" baseline="0">
                <a:solidFill>
                  <a:schemeClr val="bg2"/>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ADA5621D-AAF1-4B94-093B-674319AD22F3}"/>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bg2"/>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96106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400" fill="hold"/>
                                        <p:tgtEl>
                                          <p:spTgt spid="8"/>
                                        </p:tgtEl>
                                        <p:attrNameLst>
                                          <p:attrName>ppt_x</p:attrName>
                                        </p:attrNameLst>
                                      </p:cBhvr>
                                      <p:tavLst>
                                        <p:tav tm="0">
                                          <p:val>
                                            <p:strVal val="#ppt_x"/>
                                          </p:val>
                                        </p:tav>
                                        <p:tav tm="100000">
                                          <p:val>
                                            <p:strVal val="#ppt_x"/>
                                          </p:val>
                                        </p:tav>
                                      </p:tavLst>
                                    </p:anim>
                                    <p:anim calcmode="lin" valueType="num">
                                      <p:cBhvr additive="base">
                                        <p:cTn id="8" dur="4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circle picture light">
    <p:bg>
      <p:bgPr>
        <a:solidFill>
          <a:srgbClr val="D3E3E5"/>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AEEB825D-0E6B-A477-9E11-52914F18339B}"/>
              </a:ext>
            </a:extLst>
          </p:cNvPr>
          <p:cNvSpPr>
            <a:spLocks noGrp="1"/>
          </p:cNvSpPr>
          <p:nvPr>
            <p:ph type="pic" sz="quarter" idx="16" hasCustomPrompt="1"/>
          </p:nvPr>
        </p:nvSpPr>
        <p:spPr>
          <a:xfrm>
            <a:off x="4752420" y="668261"/>
            <a:ext cx="6486911" cy="5507016"/>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1"/>
          </a:solidFill>
          <a:ln w="3175">
            <a:noFill/>
          </a:ln>
        </p:spPr>
        <p:txBody>
          <a:bodyPr anchor="ctr"/>
          <a:lstStyle>
            <a:lvl1pPr marL="0" indent="0" algn="ctr">
              <a:buNone/>
              <a:defRPr/>
            </a:lvl1pPr>
          </a:lstStyle>
          <a:p>
            <a:r>
              <a:rPr lang="fi-FI" dirty="0" err="1"/>
              <a:t>Insert</a:t>
            </a:r>
            <a:r>
              <a:rPr lang="fi-FI" dirty="0"/>
              <a:t> image </a:t>
            </a:r>
            <a:r>
              <a:rPr lang="fi-FI" dirty="0" err="1"/>
              <a:t>or</a:t>
            </a:r>
            <a:r>
              <a:rPr lang="fi-FI" dirty="0"/>
              <a:t> </a:t>
            </a:r>
            <a:r>
              <a:rPr lang="fi-FI" dirty="0" err="1"/>
              <a:t>colour</a:t>
            </a:r>
            <a:br>
              <a:rPr lang="fi-FI" dirty="0"/>
            </a:br>
            <a:br>
              <a:rPr lang="fi-FI" dirty="0"/>
            </a:br>
            <a:br>
              <a:rPr lang="fi-FI" dirty="0"/>
            </a:br>
            <a:endParaRPr lang="en-FI" dirty="0"/>
          </a:p>
        </p:txBody>
      </p:sp>
      <p:sp>
        <p:nvSpPr>
          <p:cNvPr id="3" name="Title 2">
            <a:extLst>
              <a:ext uri="{FF2B5EF4-FFF2-40B4-BE49-F238E27FC236}">
                <a16:creationId xmlns:a16="http://schemas.microsoft.com/office/drawing/2014/main" id="{08190B7B-6CE5-CA98-BC54-D52CD8D5BB8E}"/>
              </a:ext>
            </a:extLst>
          </p:cNvPr>
          <p:cNvSpPr>
            <a:spLocks noGrp="1"/>
          </p:cNvSpPr>
          <p:nvPr>
            <p:ph type="title" hasCustomPrompt="1"/>
          </p:nvPr>
        </p:nvSpPr>
        <p:spPr>
          <a:xfrm>
            <a:off x="675005" y="1442147"/>
            <a:ext cx="5187315" cy="3067577"/>
          </a:xfrm>
        </p:spPr>
        <p:txBody>
          <a:bodyPr/>
          <a:lstStyle>
            <a:lvl1pPr>
              <a:defRPr sz="6000" b="0" i="0">
                <a:latin typeface="Messina Modern Book" pitchFamily="2" charset="77"/>
              </a:defRPr>
            </a:lvl1pPr>
          </a:lstStyle>
          <a:p>
            <a:r>
              <a:rPr lang="en-US" dirty="0"/>
              <a:t>Insert presentation title</a:t>
            </a:r>
            <a:endParaRPr lang="en-GB" dirty="0"/>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09725"/>
            <a:ext cx="4057095" cy="1000095"/>
          </a:xfrm>
          <a:prstGeom prst="rect">
            <a:avLst/>
          </a:prstGeom>
        </p:spPr>
        <p:txBody>
          <a:bodyPr lIns="0" rIns="0">
            <a:noAutofit/>
          </a:bodyPr>
          <a:lstStyle>
            <a:lvl1pPr marL="0" indent="0" algn="l">
              <a:buNone/>
              <a:defRPr sz="1800" b="0" i="0" spc="-50" baseline="0">
                <a:solidFill>
                  <a:srgbClr val="0F3D51"/>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5870ADD0-08F8-31D3-E13B-A599EF3F747D}"/>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tx1"/>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324853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400" fill="hold"/>
                                        <p:tgtEl>
                                          <p:spTgt spid="8"/>
                                        </p:tgtEl>
                                        <p:attrNameLst>
                                          <p:attrName>ppt_x</p:attrName>
                                        </p:attrNameLst>
                                      </p:cBhvr>
                                      <p:tavLst>
                                        <p:tav tm="0">
                                          <p:val>
                                            <p:strVal val="#ppt_x"/>
                                          </p:val>
                                        </p:tav>
                                        <p:tav tm="100000">
                                          <p:val>
                                            <p:strVal val="#ppt_x"/>
                                          </p:val>
                                        </p:tav>
                                      </p:tavLst>
                                    </p:anim>
                                    <p:anim calcmode="lin" valueType="num">
                                      <p:cBhvr additive="base">
                                        <p:cTn id="8" dur="4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slide rectangular picture">
    <p:bg>
      <p:bgPr>
        <a:solidFill>
          <a:schemeClr val="accent5"/>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81DD11C-4C17-5EDD-E765-F9AF459A25E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8508663">
            <a:off x="3210385" y="2545135"/>
            <a:ext cx="5809741" cy="5736279"/>
          </a:xfrm>
          <a:prstGeom prst="rect">
            <a:avLst/>
          </a:prstGeom>
        </p:spPr>
      </p:pic>
      <p:sp>
        <p:nvSpPr>
          <p:cNvPr id="2" name="Title 1">
            <a:extLst>
              <a:ext uri="{FF2B5EF4-FFF2-40B4-BE49-F238E27FC236}">
                <a16:creationId xmlns:a16="http://schemas.microsoft.com/office/drawing/2014/main" id="{CA484FC8-E7C3-6630-77B2-9E3517895AC1}"/>
              </a:ext>
            </a:extLst>
          </p:cNvPr>
          <p:cNvSpPr>
            <a:spLocks noGrp="1"/>
          </p:cNvSpPr>
          <p:nvPr>
            <p:ph type="title" hasCustomPrompt="1"/>
          </p:nvPr>
        </p:nvSpPr>
        <p:spPr>
          <a:xfrm>
            <a:off x="675005" y="1442147"/>
            <a:ext cx="5593715" cy="3067577"/>
          </a:xfrm>
        </p:spPr>
        <p:txBody>
          <a:bodyPr/>
          <a:lstStyle>
            <a:lvl1pPr>
              <a:defRPr sz="6000" b="0" i="0">
                <a:latin typeface="Messina Modern Book" pitchFamily="2" charset="77"/>
              </a:defRPr>
            </a:lvl1pPr>
          </a:lstStyle>
          <a:p>
            <a:r>
              <a:rPr lang="en-US" dirty="0"/>
              <a:t>Insert presentation title</a:t>
            </a:r>
            <a:endParaRPr lang="en-GB" dirty="0"/>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09725"/>
            <a:ext cx="4057095" cy="1000095"/>
          </a:xfrm>
          <a:prstGeom prst="rect">
            <a:avLst/>
          </a:prstGeom>
        </p:spPr>
        <p:txBody>
          <a:bodyPr lIns="0" rIns="0">
            <a:noAutofit/>
          </a:bodyPr>
          <a:lstStyle>
            <a:lvl1pPr marL="0" indent="0" algn="l">
              <a:buNone/>
              <a:defRPr sz="1800" b="0" i="0" spc="-50" baseline="0">
                <a:solidFill>
                  <a:srgbClr val="0F3D51"/>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6" name="Text Placeholder 5">
            <a:extLst>
              <a:ext uri="{FF2B5EF4-FFF2-40B4-BE49-F238E27FC236}">
                <a16:creationId xmlns:a16="http://schemas.microsoft.com/office/drawing/2014/main" id="{253B7BA6-9B5B-EE9A-7EA6-F81662C53BBA}"/>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rgbClr val="0F3D51"/>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Insert Date, client name etc</a:t>
            </a:r>
          </a:p>
        </p:txBody>
      </p:sp>
      <p:sp>
        <p:nvSpPr>
          <p:cNvPr id="3" name="Picture Placeholder 2">
            <a:extLst>
              <a:ext uri="{FF2B5EF4-FFF2-40B4-BE49-F238E27FC236}">
                <a16:creationId xmlns:a16="http://schemas.microsoft.com/office/drawing/2014/main" id="{6A25DF68-48F4-6914-FC15-3C215C228FA8}"/>
              </a:ext>
            </a:extLst>
          </p:cNvPr>
          <p:cNvSpPr>
            <a:spLocks noGrp="1"/>
          </p:cNvSpPr>
          <p:nvPr>
            <p:ph type="pic" sz="quarter" idx="16" hasCustomPrompt="1"/>
          </p:nvPr>
        </p:nvSpPr>
        <p:spPr>
          <a:xfrm>
            <a:off x="5517714" y="879475"/>
            <a:ext cx="6244073" cy="5003800"/>
          </a:xfrm>
          <a:prstGeom prst="rect">
            <a:avLst/>
          </a:prstGeom>
          <a:solidFill>
            <a:schemeClr val="accent4"/>
          </a:solidFill>
        </p:spPr>
        <p:txBody>
          <a:bodyPr anchor="ctr"/>
          <a:lstStyle>
            <a:lvl1pPr marL="0" indent="0" algn="ctr">
              <a:buNone/>
              <a:defRPr/>
            </a:lvl1pPr>
          </a:lstStyle>
          <a:p>
            <a:r>
              <a:rPr lang="en-FI"/>
              <a:t>Insert image</a:t>
            </a:r>
            <a:br>
              <a:rPr lang="en-FI"/>
            </a:br>
            <a:br>
              <a:rPr lang="en-FI"/>
            </a:br>
            <a:br>
              <a:rPr lang="en-FI"/>
            </a:br>
            <a:endParaRPr lang="en-FI"/>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999088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content simp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Content Placeholder 6">
            <a:extLst>
              <a:ext uri="{FF2B5EF4-FFF2-40B4-BE49-F238E27FC236}">
                <a16:creationId xmlns:a16="http://schemas.microsoft.com/office/drawing/2014/main" id="{CF39F37A-EAC8-8BFE-E78C-430345A7D6E9}"/>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95325" y="2276211"/>
            <a:ext cx="7200900"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always paste text without formatting (PC: </a:t>
            </a:r>
            <a:r>
              <a:rPr lang="en-US" dirty="0" err="1"/>
              <a:t>ctrl+shift+v</a:t>
            </a:r>
            <a:r>
              <a:rPr lang="en-US" dirty="0"/>
              <a:t> / Mac: </a:t>
            </a:r>
            <a:r>
              <a:rPr lang="en-US" dirty="0" err="1"/>
              <a:t>shift+opt+cmd+v</a:t>
            </a:r>
            <a:r>
              <a:rPr lang="en-US" dirty="0"/>
              <a:t>)</a:t>
            </a:r>
          </a:p>
          <a:p>
            <a:pPr lvl="1"/>
            <a:r>
              <a:rPr lang="en-GB" dirty="0"/>
              <a:t>Second level</a:t>
            </a:r>
          </a:p>
          <a:p>
            <a:pPr lvl="2"/>
            <a:r>
              <a:rPr lang="en-GB" dirty="0"/>
              <a:t>Third level</a:t>
            </a:r>
          </a:p>
          <a:p>
            <a:pPr lvl="3"/>
            <a:r>
              <a:rPr lang="en-GB"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a:xfrm rot="5400000">
            <a:off x="10057335" y="2392978"/>
            <a:ext cx="3574935" cy="224310"/>
          </a:xfrm>
          <a:prstGeom prst="rect">
            <a:avLst/>
          </a:prstGeom>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13CE1524-56BD-7F2D-0892-F1B6F2F67BB4}"/>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1" name="Picture Placeholder 3">
            <a:extLst>
              <a:ext uri="{FF2B5EF4-FFF2-40B4-BE49-F238E27FC236}">
                <a16:creationId xmlns:a16="http://schemas.microsoft.com/office/drawing/2014/main" id="{A2C212E4-BD37-FF72-001A-81BDB56E2B29}"/>
              </a:ext>
            </a:extLst>
          </p:cNvPr>
          <p:cNvSpPr>
            <a:spLocks noGrp="1"/>
          </p:cNvSpPr>
          <p:nvPr>
            <p:ph type="pic" sz="quarter" idx="17" hasCustomPrompt="1"/>
          </p:nvPr>
        </p:nvSpPr>
        <p:spPr>
          <a:xfrm>
            <a:off x="8203314" y="2276211"/>
            <a:ext cx="3019895" cy="2752989"/>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lIns="251999" tIns="251999" rIns="251999" bIns="251999" anchor="ctr"/>
          <a:lstStyle>
            <a:lvl1pPr marL="7937" indent="0" algn="ctr">
              <a:buNone/>
              <a:defRPr/>
            </a:lvl1pPr>
          </a:lstStyle>
          <a:p>
            <a:r>
              <a:rPr lang="en-FI" dirty="0"/>
              <a:t>Use if you want images in the cricle, otherwise delete</a:t>
            </a:r>
          </a:p>
        </p:txBody>
      </p:sp>
    </p:spTree>
    <p:extLst>
      <p:ext uri="{BB962C8B-B14F-4D97-AF65-F5344CB8AC3E}">
        <p14:creationId xmlns:p14="http://schemas.microsoft.com/office/powerpoint/2010/main" val="3872824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content 2 column">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3FF1EAE-A64F-B045-CA24-37C5594553F1}"/>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2DD4E185-20AE-67DB-E450-FD469CBBA7CB}"/>
              </a:ext>
            </a:extLst>
          </p:cNvPr>
          <p:cNvSpPr>
            <a:spLocks noGrp="1"/>
          </p:cNvSpPr>
          <p:nvPr>
            <p:ph sz="quarter" idx="1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95325" y="2276211"/>
            <a:ext cx="50789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marL="177800" marR="0" lvl="0" indent="-169863" algn="l" defTabSz="914400" rtl="0" eaLnBrk="1" fontAlgn="auto" latinLnBrk="0" hangingPunct="1">
              <a:lnSpc>
                <a:spcPct val="100000"/>
              </a:lnSpc>
              <a:spcBef>
                <a:spcPts val="1000"/>
              </a:spcBef>
              <a:spcAft>
                <a:spcPts val="0"/>
              </a:spcAft>
              <a:buClr>
                <a:srgbClr val="F7673B"/>
              </a:buClr>
              <a:buSzTx/>
              <a:buFont typeface="Arial" panose="020B0604020202020204" pitchFamily="34" charset="0"/>
              <a:buChar char="•"/>
              <a:tabLst/>
              <a:defRPr/>
            </a:pPr>
            <a:r>
              <a:rPr lang="en-US" dirty="0"/>
              <a:t>Click to edit text or drop image - paste text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8C2B36CB-60D4-41E7-8A65-3EA760409633}"/>
              </a:ext>
            </a:extLst>
          </p:cNvPr>
          <p:cNvSpPr>
            <a:spLocks noGrp="1"/>
          </p:cNvSpPr>
          <p:nvPr>
            <p:ph sz="quarter" idx="18" hasCustomPrompt="1"/>
          </p:nvPr>
        </p:nvSpPr>
        <p:spPr>
          <a:xfrm>
            <a:off x="6417735" y="2276211"/>
            <a:ext cx="50789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 paste text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803C272D-2C6C-B999-D5CA-27B82310BBF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AA94EDC-0103-4FB7-84BA-4C65237926AC}"/>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11" name="Freeform: Shape 19">
            <a:extLst>
              <a:ext uri="{FF2B5EF4-FFF2-40B4-BE49-F238E27FC236}">
                <a16:creationId xmlns:a16="http://schemas.microsoft.com/office/drawing/2014/main" id="{72D99755-59C7-1983-1867-3D2E4A65094F}"/>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712050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content 3 column">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3FF1EAE-A64F-B045-CA24-37C5594553F1}"/>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dirty="0"/>
              <a:t>Click to insert Headline</a:t>
            </a:r>
            <a:endParaRPr lang="en-GB" noProof="0"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2DD4E185-20AE-67DB-E450-FD469CBBA7CB}"/>
              </a:ext>
            </a:extLst>
          </p:cNvPr>
          <p:cNvSpPr>
            <a:spLocks noGrp="1"/>
          </p:cNvSpPr>
          <p:nvPr>
            <p:ph sz="quarter" idx="1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Insert ingress text if necessary -keep it quite short or use other template</a:t>
            </a:r>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95325" y="2985247"/>
            <a:ext cx="3482780" cy="3282785"/>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always paste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8C2B36CB-60D4-41E7-8A65-3EA760409633}"/>
              </a:ext>
            </a:extLst>
          </p:cNvPr>
          <p:cNvSpPr>
            <a:spLocks noGrp="1"/>
          </p:cNvSpPr>
          <p:nvPr>
            <p:ph sz="quarter" idx="18" hasCustomPrompt="1"/>
          </p:nvPr>
        </p:nvSpPr>
        <p:spPr>
          <a:xfrm>
            <a:off x="4424481" y="2985247"/>
            <a:ext cx="3380413" cy="3282785"/>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a:t>
            </a:r>
          </a:p>
          <a:p>
            <a:pPr lvl="1"/>
            <a:r>
              <a:rPr lang="en-US" dirty="0"/>
              <a:t>Second level</a:t>
            </a:r>
          </a:p>
          <a:p>
            <a:pPr lvl="2"/>
            <a:r>
              <a:rPr lang="en-US" dirty="0"/>
              <a:t>Third level</a:t>
            </a:r>
          </a:p>
          <a:p>
            <a:pPr lvl="3"/>
            <a:r>
              <a:rPr lang="en-US" dirty="0"/>
              <a:t>Fourth level</a:t>
            </a:r>
          </a:p>
        </p:txBody>
      </p:sp>
      <p:sp>
        <p:nvSpPr>
          <p:cNvPr id="7" name="Content Placeholder 6">
            <a:extLst>
              <a:ext uri="{FF2B5EF4-FFF2-40B4-BE49-F238E27FC236}">
                <a16:creationId xmlns:a16="http://schemas.microsoft.com/office/drawing/2014/main" id="{556754DB-CD98-EA7D-CB10-87D6BC54186E}"/>
              </a:ext>
            </a:extLst>
          </p:cNvPr>
          <p:cNvSpPr>
            <a:spLocks noGrp="1"/>
          </p:cNvSpPr>
          <p:nvPr>
            <p:ph sz="quarter" idx="19" hasCustomPrompt="1"/>
          </p:nvPr>
        </p:nvSpPr>
        <p:spPr>
          <a:xfrm>
            <a:off x="8006243" y="2985247"/>
            <a:ext cx="3380413" cy="3282785"/>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803C272D-2C6C-B999-D5CA-27B82310BBF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AA94EDC-0103-4FB7-84BA-4C65237926AC}"/>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12" name="Freeform: Shape 19">
            <a:extLst>
              <a:ext uri="{FF2B5EF4-FFF2-40B4-BE49-F238E27FC236}">
                <a16:creationId xmlns:a16="http://schemas.microsoft.com/office/drawing/2014/main" id="{BEF84218-0EA0-34B6-59CC-23070E7C66E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3" name="Text Placeholder 12">
            <a:extLst>
              <a:ext uri="{FF2B5EF4-FFF2-40B4-BE49-F238E27FC236}">
                <a16:creationId xmlns:a16="http://schemas.microsoft.com/office/drawing/2014/main" id="{C3609291-A514-BFCB-9550-82FF877B08FE}"/>
              </a:ext>
            </a:extLst>
          </p:cNvPr>
          <p:cNvSpPr>
            <a:spLocks noGrp="1"/>
          </p:cNvSpPr>
          <p:nvPr>
            <p:ph type="body" sz="quarter" idx="20" hasCustomPrompt="1"/>
          </p:nvPr>
        </p:nvSpPr>
        <p:spPr>
          <a:xfrm>
            <a:off x="695325" y="2292724"/>
            <a:ext cx="3509963" cy="488576"/>
          </a:xfrm>
        </p:spPr>
        <p:txBody>
          <a:bodyPr/>
          <a:lstStyle>
            <a:lvl1pPr marL="0" indent="0">
              <a:lnSpc>
                <a:spcPct val="90000"/>
              </a:lnSpc>
              <a:buNone/>
              <a:defRPr sz="1800">
                <a:latin typeface="+mj-lt"/>
              </a:defRPr>
            </a:lvl1pPr>
          </a:lstStyle>
          <a:p>
            <a:pPr lvl="0"/>
            <a:r>
              <a:rPr lang="en-GB" dirty="0"/>
              <a:t>Click to edit headline or delete placeholder</a:t>
            </a:r>
            <a:endParaRPr lang="en-FI" dirty="0"/>
          </a:p>
        </p:txBody>
      </p:sp>
      <p:sp>
        <p:nvSpPr>
          <p:cNvPr id="14" name="Text Placeholder 12">
            <a:extLst>
              <a:ext uri="{FF2B5EF4-FFF2-40B4-BE49-F238E27FC236}">
                <a16:creationId xmlns:a16="http://schemas.microsoft.com/office/drawing/2014/main" id="{A0E7795B-2DF9-91F1-2206-742ED7673920}"/>
              </a:ext>
            </a:extLst>
          </p:cNvPr>
          <p:cNvSpPr>
            <a:spLocks noGrp="1"/>
          </p:cNvSpPr>
          <p:nvPr>
            <p:ph type="body" sz="quarter" idx="21" hasCustomPrompt="1"/>
          </p:nvPr>
        </p:nvSpPr>
        <p:spPr>
          <a:xfrm>
            <a:off x="4420161" y="2292724"/>
            <a:ext cx="3378207" cy="488576"/>
          </a:xfrm>
        </p:spPr>
        <p:txBody>
          <a:bodyPr/>
          <a:lstStyle>
            <a:lvl1pPr marL="0" indent="0">
              <a:lnSpc>
                <a:spcPct val="90000"/>
              </a:lnSpc>
              <a:buNone/>
              <a:defRPr sz="1800">
                <a:latin typeface="+mj-lt"/>
              </a:defRPr>
            </a:lvl1pPr>
          </a:lstStyle>
          <a:p>
            <a:pPr lvl="0"/>
            <a:r>
              <a:rPr lang="en-GB" dirty="0"/>
              <a:t>Click to edit headline or delete placeholder</a:t>
            </a:r>
            <a:endParaRPr lang="en-FI" dirty="0"/>
          </a:p>
        </p:txBody>
      </p:sp>
      <p:sp>
        <p:nvSpPr>
          <p:cNvPr id="15" name="Text Placeholder 12">
            <a:extLst>
              <a:ext uri="{FF2B5EF4-FFF2-40B4-BE49-F238E27FC236}">
                <a16:creationId xmlns:a16="http://schemas.microsoft.com/office/drawing/2014/main" id="{F91150D4-27B3-80D0-4156-E79E5FDB3017}"/>
              </a:ext>
            </a:extLst>
          </p:cNvPr>
          <p:cNvSpPr>
            <a:spLocks noGrp="1"/>
          </p:cNvSpPr>
          <p:nvPr>
            <p:ph type="body" sz="quarter" idx="22" hasCustomPrompt="1"/>
          </p:nvPr>
        </p:nvSpPr>
        <p:spPr>
          <a:xfrm>
            <a:off x="8010526" y="2292724"/>
            <a:ext cx="3318621" cy="488576"/>
          </a:xfrm>
        </p:spPr>
        <p:txBody>
          <a:bodyPr/>
          <a:lstStyle>
            <a:lvl1pPr marL="0" indent="0">
              <a:lnSpc>
                <a:spcPct val="90000"/>
              </a:lnSpc>
              <a:buNone/>
              <a:defRPr sz="1800">
                <a:latin typeface="+mj-lt"/>
              </a:defRPr>
            </a:lvl1pPr>
          </a:lstStyle>
          <a:p>
            <a:pPr lvl="0"/>
            <a:r>
              <a:rPr lang="en-GB" dirty="0"/>
              <a:t>Click to edit headline or delete placeholder</a:t>
            </a:r>
            <a:endParaRPr lang="en-FI" dirty="0"/>
          </a:p>
        </p:txBody>
      </p:sp>
    </p:spTree>
    <p:extLst>
      <p:ext uri="{BB962C8B-B14F-4D97-AF65-F5344CB8AC3E}">
        <p14:creationId xmlns:p14="http://schemas.microsoft.com/office/powerpoint/2010/main" val="3930612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4 column">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56B1C657-10D1-E9FA-80C3-83DFF7D93A5D}"/>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Content Placeholder 6">
            <a:extLst>
              <a:ext uri="{FF2B5EF4-FFF2-40B4-BE49-F238E27FC236}">
                <a16:creationId xmlns:a16="http://schemas.microsoft.com/office/drawing/2014/main" id="{EAE064C6-965C-B71D-0D2B-4B3C6846DEA5}"/>
              </a:ext>
            </a:extLst>
          </p:cNvPr>
          <p:cNvSpPr>
            <a:spLocks noGrp="1"/>
          </p:cNvSpPr>
          <p:nvPr>
            <p:ph sz="quarter" idx="2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2304032"/>
            <a:ext cx="2547938"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5325" y="2861082"/>
            <a:ext cx="2548058" cy="3399808"/>
          </a:xfrm>
        </p:spPr>
        <p:txBody>
          <a:bodyPr/>
          <a:lstStyle>
            <a:lvl1pPr marL="92075" indent="-92075">
              <a:tabLst/>
              <a:defRPr sz="1200"/>
            </a:lvl1pPr>
            <a:lvl2pPr marL="179388" indent="-87313">
              <a:tabLst/>
              <a:defRPr sz="1100"/>
            </a:lvl2pPr>
          </a:lstStyle>
          <a:p>
            <a:pPr lvl="0"/>
            <a:r>
              <a:rPr lang="en-GB" dirty="0"/>
              <a:t>Click to edit text or drop image, always paste without formatting (PC: </a:t>
            </a:r>
            <a:r>
              <a:rPr lang="en-GB" dirty="0" err="1"/>
              <a:t>ctrl+shift+v</a:t>
            </a:r>
            <a:r>
              <a:rPr lang="en-GB" dirty="0"/>
              <a:t> / Mac: </a:t>
            </a:r>
            <a:r>
              <a:rPr lang="en-GB" dirty="0" err="1"/>
              <a:t>shift+opt+cmd+v</a:t>
            </a:r>
            <a:r>
              <a:rPr lang="en-GB" dirty="0"/>
              <a:t>)</a:t>
            </a:r>
          </a:p>
          <a:p>
            <a:pPr lvl="1"/>
            <a:r>
              <a:rPr lang="en-GB" dirty="0"/>
              <a:t>Second level</a:t>
            </a:r>
          </a:p>
        </p:txBody>
      </p:sp>
      <p:sp>
        <p:nvSpPr>
          <p:cNvPr id="18" name="Text Placeholder 10">
            <a:extLst>
              <a:ext uri="{FF2B5EF4-FFF2-40B4-BE49-F238E27FC236}">
                <a16:creationId xmlns:a16="http://schemas.microsoft.com/office/drawing/2014/main" id="{C49696B1-1B31-F1A9-FAFE-7A069279FD14}"/>
              </a:ext>
            </a:extLst>
          </p:cNvPr>
          <p:cNvSpPr>
            <a:spLocks noGrp="1"/>
          </p:cNvSpPr>
          <p:nvPr>
            <p:ph type="body" sz="quarter" idx="24" hasCustomPrompt="1"/>
          </p:nvPr>
        </p:nvSpPr>
        <p:spPr>
          <a:xfrm>
            <a:off x="3461970" y="2292880"/>
            <a:ext cx="2548057"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3" name="Text Placeholder 2">
            <a:extLst>
              <a:ext uri="{FF2B5EF4-FFF2-40B4-BE49-F238E27FC236}">
                <a16:creationId xmlns:a16="http://schemas.microsoft.com/office/drawing/2014/main" id="{AF546FD0-8DD6-645A-C210-3BD3D5F0DEB3}"/>
              </a:ext>
            </a:extLst>
          </p:cNvPr>
          <p:cNvSpPr>
            <a:spLocks noGrp="1"/>
          </p:cNvSpPr>
          <p:nvPr>
            <p:ph type="body" sz="quarter" idx="16"/>
          </p:nvPr>
        </p:nvSpPr>
        <p:spPr>
          <a:xfrm>
            <a:off x="3461969" y="2861081"/>
            <a:ext cx="2548058" cy="3384673"/>
          </a:xfrm>
        </p:spPr>
        <p:txBody>
          <a:bodyPr/>
          <a:lstStyle>
            <a:lvl1pPr marL="92075" indent="-92075">
              <a:tabLst/>
              <a:defRPr sz="1200"/>
            </a:lvl1pPr>
            <a:lvl2pPr marL="179388" indent="-87313">
              <a:tabLst/>
              <a:defRPr sz="1100"/>
            </a:lvl2pPr>
          </a:lstStyle>
          <a:p>
            <a:pPr lvl="0"/>
            <a:r>
              <a:rPr lang="en-US"/>
              <a:t>Click to edit Master text styles</a:t>
            </a:r>
          </a:p>
          <a:p>
            <a:pPr lvl="1"/>
            <a:r>
              <a:rPr lang="en-US"/>
              <a:t>Second level</a:t>
            </a:r>
          </a:p>
        </p:txBody>
      </p:sp>
      <p:sp>
        <p:nvSpPr>
          <p:cNvPr id="19" name="Text Placeholder 10">
            <a:extLst>
              <a:ext uri="{FF2B5EF4-FFF2-40B4-BE49-F238E27FC236}">
                <a16:creationId xmlns:a16="http://schemas.microsoft.com/office/drawing/2014/main" id="{9A15C8E7-F021-1169-72B7-5E148D9DDA6A}"/>
              </a:ext>
            </a:extLst>
          </p:cNvPr>
          <p:cNvSpPr>
            <a:spLocks noGrp="1"/>
          </p:cNvSpPr>
          <p:nvPr>
            <p:ph type="body" sz="quarter" idx="25" hasCustomPrompt="1"/>
          </p:nvPr>
        </p:nvSpPr>
        <p:spPr>
          <a:xfrm>
            <a:off x="6197357" y="2292880"/>
            <a:ext cx="2548057"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5" name="Text Placeholder 2">
            <a:extLst>
              <a:ext uri="{FF2B5EF4-FFF2-40B4-BE49-F238E27FC236}">
                <a16:creationId xmlns:a16="http://schemas.microsoft.com/office/drawing/2014/main" id="{BD91A322-A34F-42C2-61DE-C0A2C0EE65B0}"/>
              </a:ext>
            </a:extLst>
          </p:cNvPr>
          <p:cNvSpPr>
            <a:spLocks noGrp="1"/>
          </p:cNvSpPr>
          <p:nvPr>
            <p:ph type="body" sz="quarter" idx="18"/>
          </p:nvPr>
        </p:nvSpPr>
        <p:spPr>
          <a:xfrm>
            <a:off x="6197356" y="2861082"/>
            <a:ext cx="2548058" cy="3399808"/>
          </a:xfrm>
        </p:spPr>
        <p:txBody>
          <a:bodyPr/>
          <a:lstStyle>
            <a:lvl1pPr marL="92075" indent="-92075">
              <a:tabLst/>
              <a:defRPr sz="1200"/>
            </a:lvl1pPr>
            <a:lvl2pPr marL="179388" indent="-87313">
              <a:tabLst/>
              <a:defRPr sz="1100"/>
            </a:lvl2pPr>
          </a:lstStyle>
          <a:p>
            <a:pPr lvl="0"/>
            <a:r>
              <a:rPr lang="en-US"/>
              <a:t>Click to edit Master text styles</a:t>
            </a:r>
          </a:p>
          <a:p>
            <a:pPr lvl="1"/>
            <a:r>
              <a:rPr lang="en-US"/>
              <a:t>Second level</a:t>
            </a:r>
          </a:p>
        </p:txBody>
      </p:sp>
      <p:sp>
        <p:nvSpPr>
          <p:cNvPr id="20" name="Text Placeholder 10">
            <a:extLst>
              <a:ext uri="{FF2B5EF4-FFF2-40B4-BE49-F238E27FC236}">
                <a16:creationId xmlns:a16="http://schemas.microsoft.com/office/drawing/2014/main" id="{63FA01D3-0FF1-E796-E7FB-8EF327BF0599}"/>
              </a:ext>
            </a:extLst>
          </p:cNvPr>
          <p:cNvSpPr>
            <a:spLocks noGrp="1"/>
          </p:cNvSpPr>
          <p:nvPr>
            <p:ph type="body" sz="quarter" idx="26" hasCustomPrompt="1"/>
          </p:nvPr>
        </p:nvSpPr>
        <p:spPr>
          <a:xfrm>
            <a:off x="8948618" y="2292880"/>
            <a:ext cx="2547368"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7" name="Text Placeholder 2">
            <a:extLst>
              <a:ext uri="{FF2B5EF4-FFF2-40B4-BE49-F238E27FC236}">
                <a16:creationId xmlns:a16="http://schemas.microsoft.com/office/drawing/2014/main" id="{F57DFA98-A057-46B6-A5DF-A1C24E56558E}"/>
              </a:ext>
            </a:extLst>
          </p:cNvPr>
          <p:cNvSpPr>
            <a:spLocks noGrp="1"/>
          </p:cNvSpPr>
          <p:nvPr>
            <p:ph type="body" sz="quarter" idx="20"/>
          </p:nvPr>
        </p:nvSpPr>
        <p:spPr>
          <a:xfrm>
            <a:off x="8948616" y="2861082"/>
            <a:ext cx="2548058" cy="3399808"/>
          </a:xfrm>
        </p:spPr>
        <p:txBody>
          <a:bodyPr/>
          <a:lstStyle>
            <a:lvl1pPr marL="92075" indent="-92075">
              <a:tabLst/>
              <a:defRPr sz="1200"/>
            </a:lvl1pPr>
            <a:lvl2pPr marL="179388" indent="-136525">
              <a:tabLst/>
              <a:defRPr sz="1100"/>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a:xfrm rot="5400000">
            <a:off x="10057335" y="2392978"/>
            <a:ext cx="3574935" cy="224310"/>
          </a:xfrm>
          <a:prstGeom prst="rect">
            <a:avLst/>
          </a:prstGeom>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222948E5-E55C-DDD0-390B-BA643CDEA132}"/>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409019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ingress + 1 column content">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07070E99-FBAF-BCDD-A053-D606C77FDCA6}"/>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22713" b="15955"/>
          <a:stretch/>
        </p:blipFill>
        <p:spPr>
          <a:xfrm rot="5400000">
            <a:off x="231140" y="3664673"/>
            <a:ext cx="2962186" cy="3424469"/>
          </a:xfrm>
          <a:prstGeom prst="rect">
            <a:avLst/>
          </a:prstGeom>
        </p:spPr>
      </p:pic>
      <p:sp>
        <p:nvSpPr>
          <p:cNvPr id="6" name="Title Placeholder 1">
            <a:extLst>
              <a:ext uri="{FF2B5EF4-FFF2-40B4-BE49-F238E27FC236}">
                <a16:creationId xmlns:a16="http://schemas.microsoft.com/office/drawing/2014/main" id="{E28F9BA7-99FD-ED39-B5AA-CF763607F59A}"/>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4" y="2276211"/>
            <a:ext cx="6283256" cy="3991822"/>
          </a:xfrm>
          <a:prstGeom prst="rect">
            <a:avLst/>
          </a:prstGeom>
        </p:spPr>
        <p:txBody>
          <a:bodyPr lIns="0" tIns="0" rIns="0" bIns="0"/>
          <a:lstStyle>
            <a:lvl1pPr>
              <a:buClr>
                <a:srgbClr val="F7673B"/>
              </a:buClr>
              <a:defRPr b="0" i="0" spc="-40" baseline="0">
                <a:solidFill>
                  <a:srgbClr val="0F3D51"/>
                </a:solidFill>
                <a:latin typeface="+mn-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C280910F-B1B1-792B-486D-816CE2D56691}"/>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1" name="Text Placeholder 3">
            <a:extLst>
              <a:ext uri="{FF2B5EF4-FFF2-40B4-BE49-F238E27FC236}">
                <a16:creationId xmlns:a16="http://schemas.microsoft.com/office/drawing/2014/main" id="{DE8CA77B-637B-52AD-37F0-81D2360AE0A6}"/>
              </a:ext>
            </a:extLst>
          </p:cNvPr>
          <p:cNvSpPr>
            <a:spLocks noGrp="1"/>
          </p:cNvSpPr>
          <p:nvPr>
            <p:ph type="body" sz="quarter" idx="19" hasCustomPrompt="1"/>
          </p:nvPr>
        </p:nvSpPr>
        <p:spPr>
          <a:xfrm>
            <a:off x="695326" y="341037"/>
            <a:ext cx="5521119" cy="266400"/>
          </a:xfrm>
        </p:spPr>
        <p:txBody>
          <a:bodyPr lIns="0" tIns="0" rIns="0" bIns="0" anchor="ctr"/>
          <a:lstStyle>
            <a:lvl1pPr marL="0" indent="0">
              <a:buNone/>
              <a:defRPr lang="en-FI" sz="1000" b="0" i="0" kern="1000" cap="all" spc="50" baseline="0" dirty="0">
                <a:solidFill>
                  <a:schemeClr val="tx2"/>
                </a:solidFill>
                <a:latin typeface="+mn-lt"/>
                <a:ea typeface="+mn-ea"/>
                <a:cs typeface="+mn-cs"/>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marL="0" lvl="0" indent="0" algn="l" defTabSz="914400" rtl="0" eaLnBrk="1" latinLnBrk="0" hangingPunct="1">
              <a:lnSpc>
                <a:spcPct val="100000"/>
              </a:lnSpc>
              <a:spcBef>
                <a:spcPts val="1000"/>
              </a:spcBef>
              <a:buClr>
                <a:schemeClr val="accent1"/>
              </a:buClr>
              <a:buFont typeface="Arial" panose="020B0604020202020204" pitchFamily="34" charset="0"/>
              <a:buNone/>
              <a:tabLst/>
            </a:pPr>
            <a:r>
              <a:rPr lang="en-GB" dirty="0"/>
              <a:t>Click to edit section marker – write with capital letters</a:t>
            </a:r>
            <a:endParaRPr lang="en-FI" dirty="0"/>
          </a:p>
        </p:txBody>
      </p:sp>
      <p:sp>
        <p:nvSpPr>
          <p:cNvPr id="5" name="Text Placeholder 3">
            <a:extLst>
              <a:ext uri="{FF2B5EF4-FFF2-40B4-BE49-F238E27FC236}">
                <a16:creationId xmlns:a16="http://schemas.microsoft.com/office/drawing/2014/main" id="{817EB2F1-16EE-0A49-A576-F53683B694C5}"/>
              </a:ext>
            </a:extLst>
          </p:cNvPr>
          <p:cNvSpPr>
            <a:spLocks noGrp="1"/>
          </p:cNvSpPr>
          <p:nvPr>
            <p:ph type="body" sz="quarter" idx="21" hasCustomPrompt="1"/>
          </p:nvPr>
        </p:nvSpPr>
        <p:spPr>
          <a:xfrm>
            <a:off x="685969" y="2263670"/>
            <a:ext cx="3133477" cy="4004363"/>
          </a:xfrm>
        </p:spPr>
        <p:txBody>
          <a:bodyPr lIns="0" tIns="0" rIns="0" bIns="0" anchor="t"/>
          <a:lstStyle>
            <a:lvl1pPr marL="0" indent="0">
              <a:buNone/>
              <a:defRPr lang="en-FI" sz="2000" b="0" i="0" kern="1000" spc="-30" baseline="0" dirty="0">
                <a:solidFill>
                  <a:schemeClr val="accent2"/>
                </a:solidFill>
                <a:latin typeface="Messina Modern Book" pitchFamily="2" charset="77"/>
                <a:ea typeface="+mn-ea"/>
                <a:cs typeface="+mn-cs"/>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marL="0" lvl="0" indent="0" algn="l" defTabSz="914400" rtl="0" eaLnBrk="1" latinLnBrk="0" hangingPunct="1">
              <a:lnSpc>
                <a:spcPct val="100000"/>
              </a:lnSpc>
              <a:spcBef>
                <a:spcPts val="1000"/>
              </a:spcBef>
              <a:buClr>
                <a:schemeClr val="accent1"/>
              </a:buClr>
              <a:buFont typeface="Arial" panose="020B0604020202020204" pitchFamily="34" charset="0"/>
              <a:buNone/>
              <a:tabLst/>
            </a:pPr>
            <a:r>
              <a:rPr lang="en-GB" dirty="0"/>
              <a:t>Click to edit subheading</a:t>
            </a:r>
            <a:endParaRPr lang="en-FI" dirty="0"/>
          </a:p>
        </p:txBody>
      </p:sp>
    </p:spTree>
    <p:extLst>
      <p:ext uri="{BB962C8B-B14F-4D97-AF65-F5344CB8AC3E}">
        <p14:creationId xmlns:p14="http://schemas.microsoft.com/office/powerpoint/2010/main" val="939464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point 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E28F9BA7-99FD-ED39-B5AA-CF763607F59A}"/>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5" y="1916113"/>
            <a:ext cx="6290385" cy="1298311"/>
          </a:xfrm>
          <a:custGeom>
            <a:avLst/>
            <a:gdLst>
              <a:gd name="connsiteX0" fmla="*/ 0 w 6283256"/>
              <a:gd name="connsiteY0" fmla="*/ 0 h 1080000"/>
              <a:gd name="connsiteX1" fmla="*/ 6283256 w 6283256"/>
              <a:gd name="connsiteY1" fmla="*/ 0 h 1080000"/>
              <a:gd name="connsiteX2" fmla="*/ 6283256 w 6283256"/>
              <a:gd name="connsiteY2" fmla="*/ 1080000 h 1080000"/>
              <a:gd name="connsiteX3" fmla="*/ 0 w 6283256"/>
              <a:gd name="connsiteY3" fmla="*/ 1080000 h 1080000"/>
              <a:gd name="connsiteX4" fmla="*/ 0 w 6283256"/>
              <a:gd name="connsiteY4" fmla="*/ 0 h 1080000"/>
              <a:gd name="connsiteX0" fmla="*/ 0 w 6283256"/>
              <a:gd name="connsiteY0" fmla="*/ 24063 h 1104063"/>
              <a:gd name="connsiteX1" fmla="*/ 6283256 w 6283256"/>
              <a:gd name="connsiteY1" fmla="*/ 0 h 1104063"/>
              <a:gd name="connsiteX2" fmla="*/ 6283256 w 6283256"/>
              <a:gd name="connsiteY2" fmla="*/ 1104063 h 1104063"/>
              <a:gd name="connsiteX3" fmla="*/ 0 w 6283256"/>
              <a:gd name="connsiteY3" fmla="*/ 1104063 h 1104063"/>
              <a:gd name="connsiteX4" fmla="*/ 0 w 6283256"/>
              <a:gd name="connsiteY4" fmla="*/ 24063 h 1104063"/>
              <a:gd name="connsiteX0" fmla="*/ 0 w 6283256"/>
              <a:gd name="connsiteY0" fmla="*/ 24063 h 1112084"/>
              <a:gd name="connsiteX1" fmla="*/ 6283256 w 6283256"/>
              <a:gd name="connsiteY1" fmla="*/ 0 h 1112084"/>
              <a:gd name="connsiteX2" fmla="*/ 6283256 w 6283256"/>
              <a:gd name="connsiteY2" fmla="*/ 1104063 h 1112084"/>
              <a:gd name="connsiteX3" fmla="*/ 24063 w 6283256"/>
              <a:gd name="connsiteY3" fmla="*/ 1112084 h 1112084"/>
              <a:gd name="connsiteX4" fmla="*/ 0 w 6283256"/>
              <a:gd name="connsiteY4" fmla="*/ 24063 h 1112084"/>
              <a:gd name="connsiteX0" fmla="*/ 0 w 6290385"/>
              <a:gd name="connsiteY0" fmla="*/ 24063 h 1112084"/>
              <a:gd name="connsiteX1" fmla="*/ 6283256 w 6290385"/>
              <a:gd name="connsiteY1" fmla="*/ 0 h 1112084"/>
              <a:gd name="connsiteX2" fmla="*/ 6283256 w 6290385"/>
              <a:gd name="connsiteY2" fmla="*/ 1104063 h 1112084"/>
              <a:gd name="connsiteX3" fmla="*/ 24063 w 6290385"/>
              <a:gd name="connsiteY3" fmla="*/ 1112084 h 1112084"/>
              <a:gd name="connsiteX4" fmla="*/ 0 w 6290385"/>
              <a:gd name="connsiteY4" fmla="*/ 24063 h 1112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385" h="1112084">
                <a:moveTo>
                  <a:pt x="0" y="24063"/>
                </a:moveTo>
                <a:lnTo>
                  <a:pt x="6283256" y="0"/>
                </a:lnTo>
                <a:cubicBezTo>
                  <a:pt x="6283256" y="368021"/>
                  <a:pt x="6299298" y="720000"/>
                  <a:pt x="6283256" y="1104063"/>
                </a:cubicBezTo>
                <a:lnTo>
                  <a:pt x="24063" y="1112084"/>
                </a:lnTo>
                <a:lnTo>
                  <a:pt x="0" y="24063"/>
                </a:lnTo>
                <a:close/>
              </a:path>
            </a:pathLst>
          </a:custGeom>
          <a:solidFill>
            <a:srgbClr val="F0F5F5"/>
          </a:solidFill>
        </p:spPr>
        <p:txBody>
          <a:bodyPr lIns="288000" tIns="180000" rIns="108000" bIns="108000"/>
          <a:lstStyle>
            <a:lvl1pPr>
              <a:lnSpc>
                <a:spcPct val="90000"/>
              </a:lnSpc>
              <a:spcBef>
                <a:spcPts val="400"/>
              </a:spcBef>
              <a:buClr>
                <a:srgbClr val="F7673B"/>
              </a:buClr>
              <a:defRPr b="0" i="0" spc="-40" baseline="0">
                <a:solidFill>
                  <a:srgbClr val="0F3D51"/>
                </a:solidFill>
                <a:latin typeface="+mn-lt"/>
              </a:defRPr>
            </a:lvl1pPr>
            <a:lvl2pPr marL="363538" indent="-177800">
              <a:lnSpc>
                <a:spcPct val="90000"/>
              </a:lnSpc>
              <a:spcBef>
                <a:spcPts val="400"/>
              </a:spcBef>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C280910F-B1B1-792B-486D-816CE2D56691}"/>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1" name="Text Placeholder 3">
            <a:extLst>
              <a:ext uri="{FF2B5EF4-FFF2-40B4-BE49-F238E27FC236}">
                <a16:creationId xmlns:a16="http://schemas.microsoft.com/office/drawing/2014/main" id="{DE8CA77B-637B-52AD-37F0-81D2360AE0A6}"/>
              </a:ext>
            </a:extLst>
          </p:cNvPr>
          <p:cNvSpPr>
            <a:spLocks noGrp="1"/>
          </p:cNvSpPr>
          <p:nvPr>
            <p:ph type="body" sz="quarter" idx="19" hasCustomPrompt="1"/>
          </p:nvPr>
        </p:nvSpPr>
        <p:spPr>
          <a:xfrm>
            <a:off x="695326" y="341037"/>
            <a:ext cx="5521119" cy="266400"/>
          </a:xfrm>
        </p:spPr>
        <p:txBody>
          <a:bodyPr lIns="0" tIns="0" rIns="0" bIns="0" anchor="ctr"/>
          <a:lstStyle>
            <a:lvl1pPr marL="0" indent="0">
              <a:buNone/>
              <a:defRPr lang="en-FI" sz="1000" b="0" i="0" kern="1000" cap="all" spc="50" baseline="0" dirty="0">
                <a:solidFill>
                  <a:schemeClr val="tx2"/>
                </a:solidFill>
                <a:latin typeface="+mn-lt"/>
                <a:ea typeface="+mn-ea"/>
                <a:cs typeface="+mn-cs"/>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marL="0" lvl="0" indent="0" algn="l" defTabSz="914400" rtl="0" eaLnBrk="1" latinLnBrk="0" hangingPunct="1">
              <a:lnSpc>
                <a:spcPct val="100000"/>
              </a:lnSpc>
              <a:spcBef>
                <a:spcPts val="1000"/>
              </a:spcBef>
              <a:buClr>
                <a:schemeClr val="accent1"/>
              </a:buClr>
              <a:buFont typeface="Arial" panose="020B0604020202020204" pitchFamily="34" charset="0"/>
              <a:buNone/>
              <a:tabLst/>
            </a:pPr>
            <a:r>
              <a:rPr lang="en-GB" dirty="0"/>
              <a:t>Click to edit section marker – write with capital letters</a:t>
            </a:r>
            <a:endParaRPr lang="en-FI" dirty="0"/>
          </a:p>
        </p:txBody>
      </p:sp>
      <p:sp>
        <p:nvSpPr>
          <p:cNvPr id="4" name="Content Placeholder 6">
            <a:extLst>
              <a:ext uri="{FF2B5EF4-FFF2-40B4-BE49-F238E27FC236}">
                <a16:creationId xmlns:a16="http://schemas.microsoft.com/office/drawing/2014/main" id="{38C1A29B-A606-3A3E-904A-3F653AFF4764}"/>
              </a:ext>
            </a:extLst>
          </p:cNvPr>
          <p:cNvSpPr>
            <a:spLocks noGrp="1"/>
          </p:cNvSpPr>
          <p:nvPr>
            <p:ph sz="quarter" idx="20" hasCustomPrompt="1"/>
          </p:nvPr>
        </p:nvSpPr>
        <p:spPr>
          <a:xfrm>
            <a:off x="590047" y="1810741"/>
            <a:ext cx="3837574" cy="1136147"/>
          </a:xfrm>
          <a:custGeom>
            <a:avLst/>
            <a:gdLst>
              <a:gd name="connsiteX0" fmla="*/ 0 w 3372353"/>
              <a:gd name="connsiteY0" fmla="*/ 0 h 1080000"/>
              <a:gd name="connsiteX1" fmla="*/ 3372353 w 3372353"/>
              <a:gd name="connsiteY1" fmla="*/ 0 h 1080000"/>
              <a:gd name="connsiteX2" fmla="*/ 3372353 w 3372353"/>
              <a:gd name="connsiteY2" fmla="*/ 1080000 h 1080000"/>
              <a:gd name="connsiteX3" fmla="*/ 0 w 3372353"/>
              <a:gd name="connsiteY3" fmla="*/ 1080000 h 1080000"/>
              <a:gd name="connsiteX4" fmla="*/ 0 w 3372353"/>
              <a:gd name="connsiteY4" fmla="*/ 0 h 1080000"/>
              <a:gd name="connsiteX0" fmla="*/ 0 w 3396417"/>
              <a:gd name="connsiteY0" fmla="*/ 0 h 1096042"/>
              <a:gd name="connsiteX1" fmla="*/ 3396417 w 3396417"/>
              <a:gd name="connsiteY1" fmla="*/ 16042 h 1096042"/>
              <a:gd name="connsiteX2" fmla="*/ 3396417 w 3396417"/>
              <a:gd name="connsiteY2" fmla="*/ 1096042 h 1096042"/>
              <a:gd name="connsiteX3" fmla="*/ 24064 w 3396417"/>
              <a:gd name="connsiteY3" fmla="*/ 1096042 h 1096042"/>
              <a:gd name="connsiteX4" fmla="*/ 0 w 3396417"/>
              <a:gd name="connsiteY4" fmla="*/ 0 h 1096042"/>
              <a:gd name="connsiteX0" fmla="*/ 8021 w 3404438"/>
              <a:gd name="connsiteY0" fmla="*/ 0 h 1120105"/>
              <a:gd name="connsiteX1" fmla="*/ 3404438 w 3404438"/>
              <a:gd name="connsiteY1" fmla="*/ 16042 h 1120105"/>
              <a:gd name="connsiteX2" fmla="*/ 3404438 w 3404438"/>
              <a:gd name="connsiteY2" fmla="*/ 1096042 h 1120105"/>
              <a:gd name="connsiteX3" fmla="*/ 0 w 3404438"/>
              <a:gd name="connsiteY3" fmla="*/ 1120105 h 1120105"/>
              <a:gd name="connsiteX4" fmla="*/ 8021 w 3404438"/>
              <a:gd name="connsiteY4" fmla="*/ 0 h 1120105"/>
              <a:gd name="connsiteX0" fmla="*/ 8021 w 3420480"/>
              <a:gd name="connsiteY0" fmla="*/ 0 h 1136147"/>
              <a:gd name="connsiteX1" fmla="*/ 3404438 w 3420480"/>
              <a:gd name="connsiteY1" fmla="*/ 16042 h 1136147"/>
              <a:gd name="connsiteX2" fmla="*/ 3420480 w 3420480"/>
              <a:gd name="connsiteY2" fmla="*/ 1136147 h 1136147"/>
              <a:gd name="connsiteX3" fmla="*/ 0 w 3420480"/>
              <a:gd name="connsiteY3" fmla="*/ 1120105 h 1136147"/>
              <a:gd name="connsiteX4" fmla="*/ 8021 w 3420480"/>
              <a:gd name="connsiteY4" fmla="*/ 0 h 1136147"/>
              <a:gd name="connsiteX0" fmla="*/ 8021 w 3436522"/>
              <a:gd name="connsiteY0" fmla="*/ 24063 h 1160210"/>
              <a:gd name="connsiteX1" fmla="*/ 3436522 w 3436522"/>
              <a:gd name="connsiteY1" fmla="*/ 0 h 1160210"/>
              <a:gd name="connsiteX2" fmla="*/ 3420480 w 3436522"/>
              <a:gd name="connsiteY2" fmla="*/ 1160210 h 1160210"/>
              <a:gd name="connsiteX3" fmla="*/ 0 w 3436522"/>
              <a:gd name="connsiteY3" fmla="*/ 1144168 h 1160210"/>
              <a:gd name="connsiteX4" fmla="*/ 8021 w 3436522"/>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29212"/>
              <a:gd name="connsiteY0" fmla="*/ 0 h 1136147"/>
              <a:gd name="connsiteX1" fmla="*/ 3428501 w 3429212"/>
              <a:gd name="connsiteY1" fmla="*/ 0 h 1136147"/>
              <a:gd name="connsiteX2" fmla="*/ 3420480 w 3429212"/>
              <a:gd name="connsiteY2" fmla="*/ 1136147 h 1136147"/>
              <a:gd name="connsiteX3" fmla="*/ 0 w 3429212"/>
              <a:gd name="connsiteY3" fmla="*/ 1120105 h 1136147"/>
              <a:gd name="connsiteX4" fmla="*/ 8021 w 3429212"/>
              <a:gd name="connsiteY4" fmla="*/ 0 h 1136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212" h="1136147">
                <a:moveTo>
                  <a:pt x="8021" y="0"/>
                </a:moveTo>
                <a:lnTo>
                  <a:pt x="3428501" y="0"/>
                </a:lnTo>
                <a:cubicBezTo>
                  <a:pt x="3431175" y="57874"/>
                  <a:pt x="3425827" y="749410"/>
                  <a:pt x="3420480" y="1136147"/>
                </a:cubicBezTo>
                <a:lnTo>
                  <a:pt x="0" y="1120105"/>
                </a:lnTo>
                <a:cubicBezTo>
                  <a:pt x="2674" y="746737"/>
                  <a:pt x="5347" y="373368"/>
                  <a:pt x="8021" y="0"/>
                </a:cubicBezTo>
                <a:close/>
              </a:path>
            </a:pathLst>
          </a:custGeom>
          <a:solidFill>
            <a:srgbClr val="D3E3E5"/>
          </a:solidFill>
        </p:spPr>
        <p:txBody>
          <a:bodyPr lIns="108000" tIns="108000" rIns="108000" bIns="108000"/>
          <a:lstStyle>
            <a:lvl1pPr marL="7937" indent="0">
              <a:buClr>
                <a:srgbClr val="F7673B"/>
              </a:buClr>
              <a:buNone/>
              <a:defRPr b="0" i="0" spc="-40" baseline="0">
                <a:solidFill>
                  <a:srgbClr val="0F3D51"/>
                </a:solidFill>
                <a:latin typeface="+mj-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a:t>
            </a:r>
          </a:p>
        </p:txBody>
      </p:sp>
      <p:sp>
        <p:nvSpPr>
          <p:cNvPr id="16" name="Content Placeholder 6">
            <a:extLst>
              <a:ext uri="{FF2B5EF4-FFF2-40B4-BE49-F238E27FC236}">
                <a16:creationId xmlns:a16="http://schemas.microsoft.com/office/drawing/2014/main" id="{96DECE63-E2D7-15AA-DDAF-80E81B70157C}"/>
              </a:ext>
            </a:extLst>
          </p:cNvPr>
          <p:cNvSpPr>
            <a:spLocks noGrp="1"/>
          </p:cNvSpPr>
          <p:nvPr>
            <p:ph sz="quarter" idx="21" hasCustomPrompt="1"/>
          </p:nvPr>
        </p:nvSpPr>
        <p:spPr>
          <a:xfrm>
            <a:off x="4295775" y="3512303"/>
            <a:ext cx="6290385" cy="1298311"/>
          </a:xfrm>
          <a:custGeom>
            <a:avLst/>
            <a:gdLst>
              <a:gd name="connsiteX0" fmla="*/ 0 w 6283256"/>
              <a:gd name="connsiteY0" fmla="*/ 0 h 1080000"/>
              <a:gd name="connsiteX1" fmla="*/ 6283256 w 6283256"/>
              <a:gd name="connsiteY1" fmla="*/ 0 h 1080000"/>
              <a:gd name="connsiteX2" fmla="*/ 6283256 w 6283256"/>
              <a:gd name="connsiteY2" fmla="*/ 1080000 h 1080000"/>
              <a:gd name="connsiteX3" fmla="*/ 0 w 6283256"/>
              <a:gd name="connsiteY3" fmla="*/ 1080000 h 1080000"/>
              <a:gd name="connsiteX4" fmla="*/ 0 w 6283256"/>
              <a:gd name="connsiteY4" fmla="*/ 0 h 1080000"/>
              <a:gd name="connsiteX0" fmla="*/ 0 w 6283256"/>
              <a:gd name="connsiteY0" fmla="*/ 24063 h 1104063"/>
              <a:gd name="connsiteX1" fmla="*/ 6283256 w 6283256"/>
              <a:gd name="connsiteY1" fmla="*/ 0 h 1104063"/>
              <a:gd name="connsiteX2" fmla="*/ 6283256 w 6283256"/>
              <a:gd name="connsiteY2" fmla="*/ 1104063 h 1104063"/>
              <a:gd name="connsiteX3" fmla="*/ 0 w 6283256"/>
              <a:gd name="connsiteY3" fmla="*/ 1104063 h 1104063"/>
              <a:gd name="connsiteX4" fmla="*/ 0 w 6283256"/>
              <a:gd name="connsiteY4" fmla="*/ 24063 h 1104063"/>
              <a:gd name="connsiteX0" fmla="*/ 0 w 6283256"/>
              <a:gd name="connsiteY0" fmla="*/ 24063 h 1112084"/>
              <a:gd name="connsiteX1" fmla="*/ 6283256 w 6283256"/>
              <a:gd name="connsiteY1" fmla="*/ 0 h 1112084"/>
              <a:gd name="connsiteX2" fmla="*/ 6283256 w 6283256"/>
              <a:gd name="connsiteY2" fmla="*/ 1104063 h 1112084"/>
              <a:gd name="connsiteX3" fmla="*/ 24063 w 6283256"/>
              <a:gd name="connsiteY3" fmla="*/ 1112084 h 1112084"/>
              <a:gd name="connsiteX4" fmla="*/ 0 w 6283256"/>
              <a:gd name="connsiteY4" fmla="*/ 24063 h 1112084"/>
              <a:gd name="connsiteX0" fmla="*/ 0 w 6290385"/>
              <a:gd name="connsiteY0" fmla="*/ 24063 h 1112084"/>
              <a:gd name="connsiteX1" fmla="*/ 6283256 w 6290385"/>
              <a:gd name="connsiteY1" fmla="*/ 0 h 1112084"/>
              <a:gd name="connsiteX2" fmla="*/ 6283256 w 6290385"/>
              <a:gd name="connsiteY2" fmla="*/ 1104063 h 1112084"/>
              <a:gd name="connsiteX3" fmla="*/ 24063 w 6290385"/>
              <a:gd name="connsiteY3" fmla="*/ 1112084 h 1112084"/>
              <a:gd name="connsiteX4" fmla="*/ 0 w 6290385"/>
              <a:gd name="connsiteY4" fmla="*/ 24063 h 1112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385" h="1112084">
                <a:moveTo>
                  <a:pt x="0" y="24063"/>
                </a:moveTo>
                <a:lnTo>
                  <a:pt x="6283256" y="0"/>
                </a:lnTo>
                <a:cubicBezTo>
                  <a:pt x="6283256" y="368021"/>
                  <a:pt x="6299298" y="720000"/>
                  <a:pt x="6283256" y="1104063"/>
                </a:cubicBezTo>
                <a:lnTo>
                  <a:pt x="24063" y="1112084"/>
                </a:lnTo>
                <a:lnTo>
                  <a:pt x="0" y="24063"/>
                </a:lnTo>
                <a:close/>
              </a:path>
            </a:pathLst>
          </a:custGeom>
          <a:solidFill>
            <a:srgbClr val="F0F5F5"/>
          </a:solidFill>
        </p:spPr>
        <p:txBody>
          <a:bodyPr lIns="288000" tIns="180000" rIns="108000" bIns="108000"/>
          <a:lstStyle>
            <a:lvl1pPr>
              <a:lnSpc>
                <a:spcPct val="90000"/>
              </a:lnSpc>
              <a:spcBef>
                <a:spcPts val="400"/>
              </a:spcBef>
              <a:buClr>
                <a:srgbClr val="F7673B"/>
              </a:buClr>
              <a:defRPr b="0" i="0" spc="-40" baseline="0">
                <a:solidFill>
                  <a:srgbClr val="0F3D51"/>
                </a:solidFill>
                <a:latin typeface="+mn-lt"/>
              </a:defRPr>
            </a:lvl1pPr>
            <a:lvl2pPr marL="363538" indent="-177800">
              <a:lnSpc>
                <a:spcPct val="90000"/>
              </a:lnSpc>
              <a:spcBef>
                <a:spcPts val="400"/>
              </a:spcBef>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p:txBody>
      </p:sp>
      <p:sp>
        <p:nvSpPr>
          <p:cNvPr id="17" name="Content Placeholder 6">
            <a:extLst>
              <a:ext uri="{FF2B5EF4-FFF2-40B4-BE49-F238E27FC236}">
                <a16:creationId xmlns:a16="http://schemas.microsoft.com/office/drawing/2014/main" id="{B1E052AF-B45E-2F31-CC77-691661FBF73D}"/>
              </a:ext>
            </a:extLst>
          </p:cNvPr>
          <p:cNvSpPr>
            <a:spLocks noGrp="1"/>
          </p:cNvSpPr>
          <p:nvPr>
            <p:ph sz="quarter" idx="22" hasCustomPrompt="1"/>
          </p:nvPr>
        </p:nvSpPr>
        <p:spPr>
          <a:xfrm>
            <a:off x="590047" y="3406931"/>
            <a:ext cx="3837574" cy="1136147"/>
          </a:xfrm>
          <a:custGeom>
            <a:avLst/>
            <a:gdLst>
              <a:gd name="connsiteX0" fmla="*/ 0 w 3372353"/>
              <a:gd name="connsiteY0" fmla="*/ 0 h 1080000"/>
              <a:gd name="connsiteX1" fmla="*/ 3372353 w 3372353"/>
              <a:gd name="connsiteY1" fmla="*/ 0 h 1080000"/>
              <a:gd name="connsiteX2" fmla="*/ 3372353 w 3372353"/>
              <a:gd name="connsiteY2" fmla="*/ 1080000 h 1080000"/>
              <a:gd name="connsiteX3" fmla="*/ 0 w 3372353"/>
              <a:gd name="connsiteY3" fmla="*/ 1080000 h 1080000"/>
              <a:gd name="connsiteX4" fmla="*/ 0 w 3372353"/>
              <a:gd name="connsiteY4" fmla="*/ 0 h 1080000"/>
              <a:gd name="connsiteX0" fmla="*/ 0 w 3396417"/>
              <a:gd name="connsiteY0" fmla="*/ 0 h 1096042"/>
              <a:gd name="connsiteX1" fmla="*/ 3396417 w 3396417"/>
              <a:gd name="connsiteY1" fmla="*/ 16042 h 1096042"/>
              <a:gd name="connsiteX2" fmla="*/ 3396417 w 3396417"/>
              <a:gd name="connsiteY2" fmla="*/ 1096042 h 1096042"/>
              <a:gd name="connsiteX3" fmla="*/ 24064 w 3396417"/>
              <a:gd name="connsiteY3" fmla="*/ 1096042 h 1096042"/>
              <a:gd name="connsiteX4" fmla="*/ 0 w 3396417"/>
              <a:gd name="connsiteY4" fmla="*/ 0 h 1096042"/>
              <a:gd name="connsiteX0" fmla="*/ 8021 w 3404438"/>
              <a:gd name="connsiteY0" fmla="*/ 0 h 1120105"/>
              <a:gd name="connsiteX1" fmla="*/ 3404438 w 3404438"/>
              <a:gd name="connsiteY1" fmla="*/ 16042 h 1120105"/>
              <a:gd name="connsiteX2" fmla="*/ 3404438 w 3404438"/>
              <a:gd name="connsiteY2" fmla="*/ 1096042 h 1120105"/>
              <a:gd name="connsiteX3" fmla="*/ 0 w 3404438"/>
              <a:gd name="connsiteY3" fmla="*/ 1120105 h 1120105"/>
              <a:gd name="connsiteX4" fmla="*/ 8021 w 3404438"/>
              <a:gd name="connsiteY4" fmla="*/ 0 h 1120105"/>
              <a:gd name="connsiteX0" fmla="*/ 8021 w 3420480"/>
              <a:gd name="connsiteY0" fmla="*/ 0 h 1136147"/>
              <a:gd name="connsiteX1" fmla="*/ 3404438 w 3420480"/>
              <a:gd name="connsiteY1" fmla="*/ 16042 h 1136147"/>
              <a:gd name="connsiteX2" fmla="*/ 3420480 w 3420480"/>
              <a:gd name="connsiteY2" fmla="*/ 1136147 h 1136147"/>
              <a:gd name="connsiteX3" fmla="*/ 0 w 3420480"/>
              <a:gd name="connsiteY3" fmla="*/ 1120105 h 1136147"/>
              <a:gd name="connsiteX4" fmla="*/ 8021 w 3420480"/>
              <a:gd name="connsiteY4" fmla="*/ 0 h 1136147"/>
              <a:gd name="connsiteX0" fmla="*/ 8021 w 3436522"/>
              <a:gd name="connsiteY0" fmla="*/ 24063 h 1160210"/>
              <a:gd name="connsiteX1" fmla="*/ 3436522 w 3436522"/>
              <a:gd name="connsiteY1" fmla="*/ 0 h 1160210"/>
              <a:gd name="connsiteX2" fmla="*/ 3420480 w 3436522"/>
              <a:gd name="connsiteY2" fmla="*/ 1160210 h 1160210"/>
              <a:gd name="connsiteX3" fmla="*/ 0 w 3436522"/>
              <a:gd name="connsiteY3" fmla="*/ 1144168 h 1160210"/>
              <a:gd name="connsiteX4" fmla="*/ 8021 w 3436522"/>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29212"/>
              <a:gd name="connsiteY0" fmla="*/ 0 h 1136147"/>
              <a:gd name="connsiteX1" fmla="*/ 3428501 w 3429212"/>
              <a:gd name="connsiteY1" fmla="*/ 0 h 1136147"/>
              <a:gd name="connsiteX2" fmla="*/ 3420480 w 3429212"/>
              <a:gd name="connsiteY2" fmla="*/ 1136147 h 1136147"/>
              <a:gd name="connsiteX3" fmla="*/ 0 w 3429212"/>
              <a:gd name="connsiteY3" fmla="*/ 1120105 h 1136147"/>
              <a:gd name="connsiteX4" fmla="*/ 8021 w 3429212"/>
              <a:gd name="connsiteY4" fmla="*/ 0 h 1136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212" h="1136147">
                <a:moveTo>
                  <a:pt x="8021" y="0"/>
                </a:moveTo>
                <a:lnTo>
                  <a:pt x="3428501" y="0"/>
                </a:lnTo>
                <a:cubicBezTo>
                  <a:pt x="3431175" y="57874"/>
                  <a:pt x="3425827" y="749410"/>
                  <a:pt x="3420480" y="1136147"/>
                </a:cubicBezTo>
                <a:lnTo>
                  <a:pt x="0" y="1120105"/>
                </a:lnTo>
                <a:cubicBezTo>
                  <a:pt x="2674" y="746737"/>
                  <a:pt x="5347" y="373368"/>
                  <a:pt x="8021" y="0"/>
                </a:cubicBezTo>
                <a:close/>
              </a:path>
            </a:pathLst>
          </a:custGeom>
          <a:solidFill>
            <a:srgbClr val="D3E3E5"/>
          </a:solidFill>
        </p:spPr>
        <p:txBody>
          <a:bodyPr lIns="108000" tIns="108000" rIns="108000" bIns="108000"/>
          <a:lstStyle>
            <a:lvl1pPr marL="7937" indent="0">
              <a:buClr>
                <a:srgbClr val="F7673B"/>
              </a:buClr>
              <a:buNone/>
              <a:defRPr b="0" i="0" spc="-40" baseline="0">
                <a:solidFill>
                  <a:srgbClr val="0F3D51"/>
                </a:solidFill>
                <a:latin typeface="+mj-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a:t>
            </a:r>
          </a:p>
        </p:txBody>
      </p:sp>
      <p:sp>
        <p:nvSpPr>
          <p:cNvPr id="18" name="Content Placeholder 6">
            <a:extLst>
              <a:ext uri="{FF2B5EF4-FFF2-40B4-BE49-F238E27FC236}">
                <a16:creationId xmlns:a16="http://schemas.microsoft.com/office/drawing/2014/main" id="{0D6BEA81-8A15-8F0E-B2EC-33265F4520D4}"/>
              </a:ext>
            </a:extLst>
          </p:cNvPr>
          <p:cNvSpPr>
            <a:spLocks noGrp="1"/>
          </p:cNvSpPr>
          <p:nvPr>
            <p:ph sz="quarter" idx="23" hasCustomPrompt="1"/>
          </p:nvPr>
        </p:nvSpPr>
        <p:spPr>
          <a:xfrm>
            <a:off x="4295775" y="5092451"/>
            <a:ext cx="6290385" cy="1298311"/>
          </a:xfrm>
          <a:custGeom>
            <a:avLst/>
            <a:gdLst>
              <a:gd name="connsiteX0" fmla="*/ 0 w 6283256"/>
              <a:gd name="connsiteY0" fmla="*/ 0 h 1080000"/>
              <a:gd name="connsiteX1" fmla="*/ 6283256 w 6283256"/>
              <a:gd name="connsiteY1" fmla="*/ 0 h 1080000"/>
              <a:gd name="connsiteX2" fmla="*/ 6283256 w 6283256"/>
              <a:gd name="connsiteY2" fmla="*/ 1080000 h 1080000"/>
              <a:gd name="connsiteX3" fmla="*/ 0 w 6283256"/>
              <a:gd name="connsiteY3" fmla="*/ 1080000 h 1080000"/>
              <a:gd name="connsiteX4" fmla="*/ 0 w 6283256"/>
              <a:gd name="connsiteY4" fmla="*/ 0 h 1080000"/>
              <a:gd name="connsiteX0" fmla="*/ 0 w 6283256"/>
              <a:gd name="connsiteY0" fmla="*/ 24063 h 1104063"/>
              <a:gd name="connsiteX1" fmla="*/ 6283256 w 6283256"/>
              <a:gd name="connsiteY1" fmla="*/ 0 h 1104063"/>
              <a:gd name="connsiteX2" fmla="*/ 6283256 w 6283256"/>
              <a:gd name="connsiteY2" fmla="*/ 1104063 h 1104063"/>
              <a:gd name="connsiteX3" fmla="*/ 0 w 6283256"/>
              <a:gd name="connsiteY3" fmla="*/ 1104063 h 1104063"/>
              <a:gd name="connsiteX4" fmla="*/ 0 w 6283256"/>
              <a:gd name="connsiteY4" fmla="*/ 24063 h 1104063"/>
              <a:gd name="connsiteX0" fmla="*/ 0 w 6283256"/>
              <a:gd name="connsiteY0" fmla="*/ 24063 h 1112084"/>
              <a:gd name="connsiteX1" fmla="*/ 6283256 w 6283256"/>
              <a:gd name="connsiteY1" fmla="*/ 0 h 1112084"/>
              <a:gd name="connsiteX2" fmla="*/ 6283256 w 6283256"/>
              <a:gd name="connsiteY2" fmla="*/ 1104063 h 1112084"/>
              <a:gd name="connsiteX3" fmla="*/ 24063 w 6283256"/>
              <a:gd name="connsiteY3" fmla="*/ 1112084 h 1112084"/>
              <a:gd name="connsiteX4" fmla="*/ 0 w 6283256"/>
              <a:gd name="connsiteY4" fmla="*/ 24063 h 1112084"/>
              <a:gd name="connsiteX0" fmla="*/ 0 w 6290385"/>
              <a:gd name="connsiteY0" fmla="*/ 24063 h 1112084"/>
              <a:gd name="connsiteX1" fmla="*/ 6283256 w 6290385"/>
              <a:gd name="connsiteY1" fmla="*/ 0 h 1112084"/>
              <a:gd name="connsiteX2" fmla="*/ 6283256 w 6290385"/>
              <a:gd name="connsiteY2" fmla="*/ 1104063 h 1112084"/>
              <a:gd name="connsiteX3" fmla="*/ 24063 w 6290385"/>
              <a:gd name="connsiteY3" fmla="*/ 1112084 h 1112084"/>
              <a:gd name="connsiteX4" fmla="*/ 0 w 6290385"/>
              <a:gd name="connsiteY4" fmla="*/ 24063 h 1112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385" h="1112084">
                <a:moveTo>
                  <a:pt x="0" y="24063"/>
                </a:moveTo>
                <a:lnTo>
                  <a:pt x="6283256" y="0"/>
                </a:lnTo>
                <a:cubicBezTo>
                  <a:pt x="6283256" y="368021"/>
                  <a:pt x="6299298" y="720000"/>
                  <a:pt x="6283256" y="1104063"/>
                </a:cubicBezTo>
                <a:lnTo>
                  <a:pt x="24063" y="1112084"/>
                </a:lnTo>
                <a:lnTo>
                  <a:pt x="0" y="24063"/>
                </a:lnTo>
                <a:close/>
              </a:path>
            </a:pathLst>
          </a:custGeom>
          <a:solidFill>
            <a:srgbClr val="F0F5F5"/>
          </a:solidFill>
        </p:spPr>
        <p:txBody>
          <a:bodyPr lIns="288000" tIns="180000" rIns="108000" bIns="108000"/>
          <a:lstStyle>
            <a:lvl1pPr>
              <a:lnSpc>
                <a:spcPct val="90000"/>
              </a:lnSpc>
              <a:spcBef>
                <a:spcPts val="400"/>
              </a:spcBef>
              <a:buClr>
                <a:srgbClr val="F7673B"/>
              </a:buClr>
              <a:defRPr b="0" i="0" spc="-40" baseline="0">
                <a:solidFill>
                  <a:srgbClr val="0F3D51"/>
                </a:solidFill>
                <a:latin typeface="+mn-lt"/>
              </a:defRPr>
            </a:lvl1pPr>
            <a:lvl2pPr marL="363538" indent="-177800">
              <a:lnSpc>
                <a:spcPct val="90000"/>
              </a:lnSpc>
              <a:spcBef>
                <a:spcPts val="400"/>
              </a:spcBef>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p:txBody>
      </p:sp>
      <p:sp>
        <p:nvSpPr>
          <p:cNvPr id="19" name="Content Placeholder 6">
            <a:extLst>
              <a:ext uri="{FF2B5EF4-FFF2-40B4-BE49-F238E27FC236}">
                <a16:creationId xmlns:a16="http://schemas.microsoft.com/office/drawing/2014/main" id="{566B7AD4-F374-5BF5-A17B-6C3D7CE3794F}"/>
              </a:ext>
            </a:extLst>
          </p:cNvPr>
          <p:cNvSpPr>
            <a:spLocks noGrp="1"/>
          </p:cNvSpPr>
          <p:nvPr>
            <p:ph sz="quarter" idx="24" hasCustomPrompt="1"/>
          </p:nvPr>
        </p:nvSpPr>
        <p:spPr>
          <a:xfrm>
            <a:off x="590047" y="4987079"/>
            <a:ext cx="3837574" cy="1136147"/>
          </a:xfrm>
          <a:custGeom>
            <a:avLst/>
            <a:gdLst>
              <a:gd name="connsiteX0" fmla="*/ 0 w 3372353"/>
              <a:gd name="connsiteY0" fmla="*/ 0 h 1080000"/>
              <a:gd name="connsiteX1" fmla="*/ 3372353 w 3372353"/>
              <a:gd name="connsiteY1" fmla="*/ 0 h 1080000"/>
              <a:gd name="connsiteX2" fmla="*/ 3372353 w 3372353"/>
              <a:gd name="connsiteY2" fmla="*/ 1080000 h 1080000"/>
              <a:gd name="connsiteX3" fmla="*/ 0 w 3372353"/>
              <a:gd name="connsiteY3" fmla="*/ 1080000 h 1080000"/>
              <a:gd name="connsiteX4" fmla="*/ 0 w 3372353"/>
              <a:gd name="connsiteY4" fmla="*/ 0 h 1080000"/>
              <a:gd name="connsiteX0" fmla="*/ 0 w 3396417"/>
              <a:gd name="connsiteY0" fmla="*/ 0 h 1096042"/>
              <a:gd name="connsiteX1" fmla="*/ 3396417 w 3396417"/>
              <a:gd name="connsiteY1" fmla="*/ 16042 h 1096042"/>
              <a:gd name="connsiteX2" fmla="*/ 3396417 w 3396417"/>
              <a:gd name="connsiteY2" fmla="*/ 1096042 h 1096042"/>
              <a:gd name="connsiteX3" fmla="*/ 24064 w 3396417"/>
              <a:gd name="connsiteY3" fmla="*/ 1096042 h 1096042"/>
              <a:gd name="connsiteX4" fmla="*/ 0 w 3396417"/>
              <a:gd name="connsiteY4" fmla="*/ 0 h 1096042"/>
              <a:gd name="connsiteX0" fmla="*/ 8021 w 3404438"/>
              <a:gd name="connsiteY0" fmla="*/ 0 h 1120105"/>
              <a:gd name="connsiteX1" fmla="*/ 3404438 w 3404438"/>
              <a:gd name="connsiteY1" fmla="*/ 16042 h 1120105"/>
              <a:gd name="connsiteX2" fmla="*/ 3404438 w 3404438"/>
              <a:gd name="connsiteY2" fmla="*/ 1096042 h 1120105"/>
              <a:gd name="connsiteX3" fmla="*/ 0 w 3404438"/>
              <a:gd name="connsiteY3" fmla="*/ 1120105 h 1120105"/>
              <a:gd name="connsiteX4" fmla="*/ 8021 w 3404438"/>
              <a:gd name="connsiteY4" fmla="*/ 0 h 1120105"/>
              <a:gd name="connsiteX0" fmla="*/ 8021 w 3420480"/>
              <a:gd name="connsiteY0" fmla="*/ 0 h 1136147"/>
              <a:gd name="connsiteX1" fmla="*/ 3404438 w 3420480"/>
              <a:gd name="connsiteY1" fmla="*/ 16042 h 1136147"/>
              <a:gd name="connsiteX2" fmla="*/ 3420480 w 3420480"/>
              <a:gd name="connsiteY2" fmla="*/ 1136147 h 1136147"/>
              <a:gd name="connsiteX3" fmla="*/ 0 w 3420480"/>
              <a:gd name="connsiteY3" fmla="*/ 1120105 h 1136147"/>
              <a:gd name="connsiteX4" fmla="*/ 8021 w 3420480"/>
              <a:gd name="connsiteY4" fmla="*/ 0 h 1136147"/>
              <a:gd name="connsiteX0" fmla="*/ 8021 w 3436522"/>
              <a:gd name="connsiteY0" fmla="*/ 24063 h 1160210"/>
              <a:gd name="connsiteX1" fmla="*/ 3436522 w 3436522"/>
              <a:gd name="connsiteY1" fmla="*/ 0 h 1160210"/>
              <a:gd name="connsiteX2" fmla="*/ 3420480 w 3436522"/>
              <a:gd name="connsiteY2" fmla="*/ 1160210 h 1160210"/>
              <a:gd name="connsiteX3" fmla="*/ 0 w 3436522"/>
              <a:gd name="connsiteY3" fmla="*/ 1144168 h 1160210"/>
              <a:gd name="connsiteX4" fmla="*/ 8021 w 3436522"/>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29212"/>
              <a:gd name="connsiteY0" fmla="*/ 0 h 1136147"/>
              <a:gd name="connsiteX1" fmla="*/ 3428501 w 3429212"/>
              <a:gd name="connsiteY1" fmla="*/ 0 h 1136147"/>
              <a:gd name="connsiteX2" fmla="*/ 3420480 w 3429212"/>
              <a:gd name="connsiteY2" fmla="*/ 1136147 h 1136147"/>
              <a:gd name="connsiteX3" fmla="*/ 0 w 3429212"/>
              <a:gd name="connsiteY3" fmla="*/ 1120105 h 1136147"/>
              <a:gd name="connsiteX4" fmla="*/ 8021 w 3429212"/>
              <a:gd name="connsiteY4" fmla="*/ 0 h 1136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212" h="1136147">
                <a:moveTo>
                  <a:pt x="8021" y="0"/>
                </a:moveTo>
                <a:lnTo>
                  <a:pt x="3428501" y="0"/>
                </a:lnTo>
                <a:cubicBezTo>
                  <a:pt x="3431175" y="57874"/>
                  <a:pt x="3425827" y="749410"/>
                  <a:pt x="3420480" y="1136147"/>
                </a:cubicBezTo>
                <a:lnTo>
                  <a:pt x="0" y="1120105"/>
                </a:lnTo>
                <a:cubicBezTo>
                  <a:pt x="2674" y="746737"/>
                  <a:pt x="5347" y="373368"/>
                  <a:pt x="8021" y="0"/>
                </a:cubicBezTo>
                <a:close/>
              </a:path>
            </a:pathLst>
          </a:custGeom>
          <a:solidFill>
            <a:srgbClr val="D3E3E5"/>
          </a:solidFill>
        </p:spPr>
        <p:txBody>
          <a:bodyPr lIns="108000" tIns="108000" rIns="108000" bIns="108000"/>
          <a:lstStyle>
            <a:lvl1pPr marL="7937" indent="0">
              <a:buClr>
                <a:srgbClr val="F7673B"/>
              </a:buClr>
              <a:buNone/>
              <a:defRPr b="0" i="0" spc="-40" baseline="0">
                <a:solidFill>
                  <a:srgbClr val="0F3D51"/>
                </a:solidFill>
                <a:latin typeface="+mj-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a:t>
            </a:r>
          </a:p>
        </p:txBody>
      </p:sp>
    </p:spTree>
    <p:extLst>
      <p:ext uri="{BB962C8B-B14F-4D97-AF65-F5344CB8AC3E}">
        <p14:creationId xmlns:p14="http://schemas.microsoft.com/office/powerpoint/2010/main" val="831438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ingress + 2 column content">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07070E99-FBAF-BCDD-A053-D606C77FDCA6}"/>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22713" b="15955"/>
          <a:stretch/>
        </p:blipFill>
        <p:spPr>
          <a:xfrm>
            <a:off x="8808720" y="3515359"/>
            <a:ext cx="3392060" cy="3342641"/>
          </a:xfrm>
          <a:prstGeom prst="rect">
            <a:avLst/>
          </a:prstGeom>
        </p:spPr>
      </p:pic>
      <p:sp>
        <p:nvSpPr>
          <p:cNvPr id="11" name="Title Placeholder 1">
            <a:extLst>
              <a:ext uri="{FF2B5EF4-FFF2-40B4-BE49-F238E27FC236}">
                <a16:creationId xmlns:a16="http://schemas.microsoft.com/office/drawing/2014/main" id="{6EA2B3FF-FF38-302C-87B4-755829E47C45}"/>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2" name="Text Placeholder 2">
            <a:extLst>
              <a:ext uri="{FF2B5EF4-FFF2-40B4-BE49-F238E27FC236}">
                <a16:creationId xmlns:a16="http://schemas.microsoft.com/office/drawing/2014/main" id="{E28478F8-3589-EF4B-795A-E906FE65EA58}"/>
              </a:ext>
            </a:extLst>
          </p:cNvPr>
          <p:cNvSpPr>
            <a:spLocks noGrp="1"/>
          </p:cNvSpPr>
          <p:nvPr>
            <p:ph type="body" sz="quarter" idx="11" hasCustomPrompt="1"/>
          </p:nvPr>
        </p:nvSpPr>
        <p:spPr>
          <a:xfrm>
            <a:off x="695326" y="2249473"/>
            <a:ext cx="3148542" cy="4018560"/>
          </a:xfrm>
        </p:spPr>
        <p:txBody>
          <a:bodyPr/>
          <a:lstStyle>
            <a:lvl1pPr marL="0" indent="0">
              <a:lnSpc>
                <a:spcPct val="110000"/>
              </a:lnSpc>
              <a:spcBef>
                <a:spcPts val="0"/>
              </a:spcBef>
              <a:buNone/>
              <a:defRPr sz="2000" b="0" i="0" spc="-20" baseline="0">
                <a:solidFill>
                  <a:schemeClr val="accent2"/>
                </a:solidFill>
                <a:latin typeface="Messina Modern Book" pitchFamily="2" charset="77"/>
              </a:defRPr>
            </a:lvl1pPr>
            <a:lvl2pPr marL="268287" indent="0">
              <a:buNone/>
              <a:defRPr/>
            </a:lvl2pPr>
            <a:lvl3pPr marL="493712" indent="0">
              <a:buNone/>
              <a:defRPr/>
            </a:lvl3pPr>
            <a:lvl4pPr marL="711200" indent="0">
              <a:buNone/>
              <a:defRPr/>
            </a:lvl4pPr>
            <a:lvl5pPr marL="890588" indent="0">
              <a:buNone/>
              <a:defRPr/>
            </a:lvl5pPr>
          </a:lstStyle>
          <a:p>
            <a:pPr lvl="0"/>
            <a:r>
              <a:rPr lang="en-GB"/>
              <a:t>Click to edit subheading  / ingress text</a:t>
            </a:r>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4" y="2276211"/>
            <a:ext cx="3488267"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FF50B712-733C-8F40-0E9D-1556AD3C6F2C}"/>
              </a:ext>
            </a:extLst>
          </p:cNvPr>
          <p:cNvSpPr>
            <a:spLocks noGrp="1"/>
          </p:cNvSpPr>
          <p:nvPr>
            <p:ph sz="quarter" idx="17" hasCustomPrompt="1"/>
          </p:nvPr>
        </p:nvSpPr>
        <p:spPr>
          <a:xfrm>
            <a:off x="8012641" y="2276211"/>
            <a:ext cx="3488267"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a:t>Click to edit text or drop image</a:t>
            </a:r>
          </a:p>
          <a:p>
            <a:pPr lvl="1"/>
            <a:r>
              <a:rPr lang="en-US"/>
              <a:t>Second level</a:t>
            </a:r>
          </a:p>
          <a:p>
            <a:pPr lvl="2"/>
            <a:r>
              <a:rPr lang="en-US"/>
              <a:t>Third level</a:t>
            </a:r>
          </a:p>
          <a:p>
            <a:pPr lvl="3"/>
            <a:r>
              <a:rPr lang="en-US"/>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E81ED4BD-1A3C-1BC5-129C-E91F4AED9B6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075300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ingress + 2 column content blue">
    <p:bg>
      <p:bgPr>
        <a:solidFill>
          <a:schemeClr val="tx1"/>
        </a:solid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6EA2B3FF-FF38-302C-87B4-755829E47C45}"/>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lvl1pPr>
              <a:defRPr>
                <a:solidFill>
                  <a:schemeClr val="bg1"/>
                </a:solidFill>
              </a:defRPr>
            </a:lvl1pPr>
          </a:lstStyle>
          <a:p>
            <a:r>
              <a:rPr lang="en-US" noProof="0" dirty="0"/>
              <a:t>Click to insert Headline</a:t>
            </a:r>
            <a:endParaRPr lang="en-GB" noProof="0"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rgbClr val="D3E3E5"/>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2" name="Text Placeholder 2">
            <a:extLst>
              <a:ext uri="{FF2B5EF4-FFF2-40B4-BE49-F238E27FC236}">
                <a16:creationId xmlns:a16="http://schemas.microsoft.com/office/drawing/2014/main" id="{E28478F8-3589-EF4B-795A-E906FE65EA58}"/>
              </a:ext>
            </a:extLst>
          </p:cNvPr>
          <p:cNvSpPr>
            <a:spLocks noGrp="1"/>
          </p:cNvSpPr>
          <p:nvPr>
            <p:ph type="body" sz="quarter" idx="11" hasCustomPrompt="1"/>
          </p:nvPr>
        </p:nvSpPr>
        <p:spPr>
          <a:xfrm>
            <a:off x="695326" y="2249473"/>
            <a:ext cx="3148542" cy="4018560"/>
          </a:xfrm>
        </p:spPr>
        <p:txBody>
          <a:bodyPr/>
          <a:lstStyle>
            <a:lvl1pPr marL="0" indent="0">
              <a:lnSpc>
                <a:spcPct val="110000"/>
              </a:lnSpc>
              <a:spcBef>
                <a:spcPts val="0"/>
              </a:spcBef>
              <a:buNone/>
              <a:defRPr sz="2000" b="0" i="0" spc="-20" baseline="0">
                <a:solidFill>
                  <a:srgbClr val="44C2DE"/>
                </a:solidFill>
                <a:latin typeface="Messina Modern Book" pitchFamily="2" charset="77"/>
              </a:defRPr>
            </a:lvl1pPr>
            <a:lvl2pPr marL="268287" indent="0">
              <a:buNone/>
              <a:defRPr/>
            </a:lvl2pPr>
            <a:lvl3pPr marL="493712" indent="0">
              <a:buNone/>
              <a:defRPr/>
            </a:lvl3pPr>
            <a:lvl4pPr marL="711200" indent="0">
              <a:buNone/>
              <a:defRPr/>
            </a:lvl4pPr>
            <a:lvl5pPr marL="890588" indent="0">
              <a:buNone/>
              <a:defRPr/>
            </a:lvl5pPr>
          </a:lstStyle>
          <a:p>
            <a:pPr lvl="0"/>
            <a:r>
              <a:rPr lang="en-GB" dirty="0"/>
              <a:t>Click to edit subheading  / ingress text</a:t>
            </a:r>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4" y="2276211"/>
            <a:ext cx="3488267" cy="3991822"/>
          </a:xfrm>
          <a:prstGeom prst="rect">
            <a:avLst/>
          </a:prstGeom>
        </p:spPr>
        <p:txBody>
          <a:bodyPr lIns="0" tIns="0" rIns="0" bIns="0"/>
          <a:lstStyle>
            <a:lvl1pPr>
              <a:buClr>
                <a:srgbClr val="F7673B"/>
              </a:buClr>
              <a:defRPr b="0" i="0" spc="-40" baseline="0">
                <a:solidFill>
                  <a:schemeClr val="bg1"/>
                </a:solidFill>
                <a:latin typeface="+mn-lt"/>
              </a:defRPr>
            </a:lvl1pPr>
            <a:lvl2pPr marL="312738" indent="-127000">
              <a:buClr>
                <a:srgbClr val="F7673B"/>
              </a:buClr>
              <a:tabLst/>
              <a:defRPr b="0" i="0" spc="-30" baseline="0">
                <a:solidFill>
                  <a:schemeClr val="bg1"/>
                </a:solidFill>
                <a:latin typeface="+mn-lt"/>
              </a:defRPr>
            </a:lvl2pPr>
            <a:lvl3pPr marL="490538" indent="-127000">
              <a:buClr>
                <a:srgbClr val="F7673B"/>
              </a:buClr>
              <a:tabLst/>
              <a:defRPr b="0" i="0" spc="-30" baseline="0">
                <a:solidFill>
                  <a:schemeClr val="bg1"/>
                </a:solidFill>
                <a:latin typeface="+mn-lt"/>
              </a:defRPr>
            </a:lvl3pPr>
            <a:lvl4pPr marL="625475" indent="-134938">
              <a:buClr>
                <a:srgbClr val="F7673B"/>
              </a:buClr>
              <a:tabLst/>
              <a:defRPr b="0" i="0" spc="-30" baseline="0">
                <a:solidFill>
                  <a:schemeClr val="bg1"/>
                </a:solidFill>
                <a:latin typeface="+mn-lt"/>
              </a:defRPr>
            </a:lvl4pPr>
            <a:lvl5pPr>
              <a:defRPr b="0">
                <a:latin typeface="Cadiz Book" panose="00000500000000000000" pitchFamily="50" charset="0"/>
              </a:defRPr>
            </a:lvl5pPr>
          </a:lstStyle>
          <a:p>
            <a:pPr lvl="0"/>
            <a:r>
              <a:rPr lang="en-US" dirty="0"/>
              <a:t>Click to edit text or drop image, paste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FF50B712-733C-8F40-0E9D-1556AD3C6F2C}"/>
              </a:ext>
            </a:extLst>
          </p:cNvPr>
          <p:cNvSpPr>
            <a:spLocks noGrp="1"/>
          </p:cNvSpPr>
          <p:nvPr>
            <p:ph sz="quarter" idx="17" hasCustomPrompt="1"/>
          </p:nvPr>
        </p:nvSpPr>
        <p:spPr>
          <a:xfrm>
            <a:off x="8012641" y="2276211"/>
            <a:ext cx="3488267" cy="3991822"/>
          </a:xfrm>
          <a:prstGeom prst="rect">
            <a:avLst/>
          </a:prstGeom>
        </p:spPr>
        <p:txBody>
          <a:bodyPr lIns="0" tIns="0" rIns="0" bIns="0"/>
          <a:lstStyle>
            <a:lvl1pPr>
              <a:buClr>
                <a:srgbClr val="F7673B"/>
              </a:buClr>
              <a:defRPr b="0" i="0" spc="-40" baseline="0">
                <a:solidFill>
                  <a:schemeClr val="bg1"/>
                </a:solidFill>
                <a:latin typeface="+mn-lt"/>
              </a:defRPr>
            </a:lvl1pPr>
            <a:lvl2pPr marL="312738" indent="-127000">
              <a:buClr>
                <a:srgbClr val="F7673B"/>
              </a:buClr>
              <a:tabLst/>
              <a:defRPr b="0" i="0" spc="-30" baseline="0">
                <a:solidFill>
                  <a:schemeClr val="bg1"/>
                </a:solidFill>
                <a:latin typeface="+mn-lt"/>
              </a:defRPr>
            </a:lvl2pPr>
            <a:lvl3pPr marL="490538" indent="-127000">
              <a:buClr>
                <a:srgbClr val="F7673B"/>
              </a:buClr>
              <a:tabLst/>
              <a:defRPr b="0" i="0" spc="-30" baseline="0">
                <a:solidFill>
                  <a:schemeClr val="bg1"/>
                </a:solidFill>
                <a:latin typeface="+mn-lt"/>
              </a:defRPr>
            </a:lvl3pPr>
            <a:lvl4pPr marL="625475" indent="-134938">
              <a:buClr>
                <a:srgbClr val="F7673B"/>
              </a:buClr>
              <a:tabLst/>
              <a:defRPr b="0" i="0" spc="-30" baseline="0">
                <a:solidFill>
                  <a:schemeClr val="bg1"/>
                </a:solidFill>
                <a:latin typeface="+mn-lt"/>
              </a:defRPr>
            </a:lvl4pPr>
            <a:lvl5pPr>
              <a:defRPr b="0">
                <a:latin typeface="Cadiz Book" panose="00000500000000000000" pitchFamily="50" charset="0"/>
              </a:defRPr>
            </a:lvl5pPr>
          </a:lstStyle>
          <a:p>
            <a:pPr lvl="0"/>
            <a:r>
              <a:rPr lang="en-US" dirty="0"/>
              <a:t>Click to edit text or drop image</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E81ED4BD-1A3C-1BC5-129C-E91F4AED9B6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3296808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right + Content">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313F8614-ED11-C74C-22B9-52138DA97B1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15852"/>
          <a:stretch/>
        </p:blipFill>
        <p:spPr>
          <a:xfrm rot="10800000">
            <a:off x="5905627" y="3703759"/>
            <a:ext cx="3981196" cy="3154241"/>
          </a:xfrm>
          <a:prstGeom prst="rect">
            <a:avLst/>
          </a:prstGeom>
        </p:spPr>
      </p:pic>
      <p:sp>
        <p:nvSpPr>
          <p:cNvPr id="6" name="Title Placeholder 1">
            <a:extLst>
              <a:ext uri="{FF2B5EF4-FFF2-40B4-BE49-F238E27FC236}">
                <a16:creationId xmlns:a16="http://schemas.microsoft.com/office/drawing/2014/main" id="{A4E4B56C-B64C-51CC-F889-FDEC18C89B3A}"/>
              </a:ext>
            </a:extLst>
          </p:cNvPr>
          <p:cNvSpPr>
            <a:spLocks noGrp="1"/>
          </p:cNvSpPr>
          <p:nvPr>
            <p:ph type="title" hasCustomPrompt="1"/>
          </p:nvPr>
        </p:nvSpPr>
        <p:spPr>
          <a:xfrm>
            <a:off x="675006" y="620713"/>
            <a:ext cx="6318462"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9" name="Text Placeholder 3">
            <a:extLst>
              <a:ext uri="{FF2B5EF4-FFF2-40B4-BE49-F238E27FC236}">
                <a16:creationId xmlns:a16="http://schemas.microsoft.com/office/drawing/2014/main" id="{C737528C-0DE5-49BE-1B71-F9B63CCAE6A7}"/>
              </a:ext>
            </a:extLst>
          </p:cNvPr>
          <p:cNvSpPr>
            <a:spLocks noGrp="1"/>
          </p:cNvSpPr>
          <p:nvPr>
            <p:ph type="body" sz="quarter" idx="13" hasCustomPrompt="1"/>
          </p:nvPr>
        </p:nvSpPr>
        <p:spPr>
          <a:xfrm>
            <a:off x="695325"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8AF8819F-F4CF-6416-E528-86A2E0C4D34A}"/>
              </a:ext>
            </a:extLst>
          </p:cNvPr>
          <p:cNvSpPr>
            <a:spLocks noGrp="1"/>
          </p:cNvSpPr>
          <p:nvPr>
            <p:ph sz="quarter" idx="17" hasCustomPrompt="1"/>
          </p:nvPr>
        </p:nvSpPr>
        <p:spPr>
          <a:xfrm>
            <a:off x="695325" y="1663416"/>
            <a:ext cx="629814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10" name="Content Placeholder 6">
            <a:extLst>
              <a:ext uri="{FF2B5EF4-FFF2-40B4-BE49-F238E27FC236}">
                <a16:creationId xmlns:a16="http://schemas.microsoft.com/office/drawing/2014/main" id="{A662C298-D13B-44E2-CFB7-4410E08494FB}"/>
              </a:ext>
            </a:extLst>
          </p:cNvPr>
          <p:cNvSpPr>
            <a:spLocks noGrp="1"/>
          </p:cNvSpPr>
          <p:nvPr>
            <p:ph sz="quarter" idx="10" hasCustomPrompt="1"/>
          </p:nvPr>
        </p:nvSpPr>
        <p:spPr>
          <a:xfrm>
            <a:off x="695326" y="2269067"/>
            <a:ext cx="62981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sp>
        <p:nvSpPr>
          <p:cNvPr id="5" name="Picture Placeholder 4">
            <a:extLst>
              <a:ext uri="{FF2B5EF4-FFF2-40B4-BE49-F238E27FC236}">
                <a16:creationId xmlns:a16="http://schemas.microsoft.com/office/drawing/2014/main" id="{9869DB2F-AC10-BD4D-A483-6DB4C419DDA6}"/>
              </a:ext>
            </a:extLst>
          </p:cNvPr>
          <p:cNvSpPr>
            <a:spLocks noGrp="1"/>
          </p:cNvSpPr>
          <p:nvPr>
            <p:ph type="pic" sz="quarter" idx="14" hasCustomPrompt="1"/>
          </p:nvPr>
        </p:nvSpPr>
        <p:spPr>
          <a:xfrm>
            <a:off x="7427494" y="717665"/>
            <a:ext cx="4069179" cy="5534757"/>
          </a:xfrm>
          <a:solidFill>
            <a:schemeClr val="bg2"/>
          </a:solidFill>
        </p:spPr>
        <p:txBody>
          <a:bodyPr anchor="ctr"/>
          <a:lstStyle>
            <a:lvl1pPr marL="0" indent="0" algn="ctr">
              <a:buNone/>
              <a:defRPr/>
            </a:lvl1pPr>
          </a:lstStyle>
          <a:p>
            <a:r>
              <a:rPr lang="en-GB"/>
              <a:t>I</a:t>
            </a:r>
            <a:r>
              <a:rPr lang="en-FI"/>
              <a:t>nsert image</a:t>
            </a:r>
            <a:br>
              <a:rPr lang="en-FI"/>
            </a:br>
            <a:br>
              <a:rPr lang="en-FI"/>
            </a:br>
            <a:endParaRPr lang="en-FI"/>
          </a:p>
        </p:txBody>
      </p:sp>
      <p:sp>
        <p:nvSpPr>
          <p:cNvPr id="2" name="Footer Placeholder 1">
            <a:extLst>
              <a:ext uri="{FF2B5EF4-FFF2-40B4-BE49-F238E27FC236}">
                <a16:creationId xmlns:a16="http://schemas.microsoft.com/office/drawing/2014/main" id="{881CCC51-03FB-D9D6-9911-523911ED1829}"/>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390ED83-799D-87A6-52E0-31B48AB9E995}"/>
              </a:ext>
            </a:extLst>
          </p:cNvPr>
          <p:cNvSpPr>
            <a:spLocks noGrp="1"/>
          </p:cNvSpPr>
          <p:nvPr>
            <p:ph type="sldNum" sz="quarter" idx="16"/>
          </p:nvPr>
        </p:nvSpPr>
        <p:spPr/>
        <p:txBody>
          <a:bodyPr/>
          <a:lstStyle/>
          <a:p>
            <a:fld id="{B64FCF4A-2F3F-4397-9C44-D2344643394B}" type="slidenum">
              <a:rPr lang="fi-FI" smtClean="0"/>
              <a:pPr/>
              <a:t>‹#›</a:t>
            </a:fld>
            <a:endParaRPr lang="fi-FI"/>
          </a:p>
        </p:txBody>
      </p:sp>
      <p:pic>
        <p:nvPicPr>
          <p:cNvPr id="7" name="Graphic 6">
            <a:extLst>
              <a:ext uri="{FF2B5EF4-FFF2-40B4-BE49-F238E27FC236}">
                <a16:creationId xmlns:a16="http://schemas.microsoft.com/office/drawing/2014/main" id="{E5268599-361B-D653-D577-C2740281927B}"/>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8" name="Freeform: Shape 19">
            <a:extLst>
              <a:ext uri="{FF2B5EF4-FFF2-40B4-BE49-F238E27FC236}">
                <a16:creationId xmlns:a16="http://schemas.microsoft.com/office/drawing/2014/main" id="{0433E97D-12B7-254D-C5B0-39B81A4E89D0}"/>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98285906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or ToC">
    <p:bg>
      <p:bgPr>
        <a:solidFill>
          <a:schemeClr val="bg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313F8614-ED11-C74C-22B9-52138DA97B1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664"/>
          <a:stretch/>
        </p:blipFill>
        <p:spPr>
          <a:xfrm rot="10800000">
            <a:off x="7439586" y="2040876"/>
            <a:ext cx="3679903" cy="3487774"/>
          </a:xfrm>
          <a:prstGeom prst="rect">
            <a:avLst/>
          </a:prstGeom>
        </p:spPr>
      </p:pic>
      <p:sp>
        <p:nvSpPr>
          <p:cNvPr id="4" name="Title Placeholder 1">
            <a:extLst>
              <a:ext uri="{FF2B5EF4-FFF2-40B4-BE49-F238E27FC236}">
                <a16:creationId xmlns:a16="http://schemas.microsoft.com/office/drawing/2014/main" id="{A2B17FB5-D911-880B-B6A9-82F19B9DC1DA}"/>
              </a:ext>
            </a:extLst>
          </p:cNvPr>
          <p:cNvSpPr>
            <a:spLocks noGrp="1"/>
          </p:cNvSpPr>
          <p:nvPr>
            <p:ph type="title" hasCustomPrompt="1"/>
          </p:nvPr>
        </p:nvSpPr>
        <p:spPr>
          <a:xfrm>
            <a:off x="675006" y="620713"/>
            <a:ext cx="7221220"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Content Placeholder 6">
            <a:extLst>
              <a:ext uri="{FF2B5EF4-FFF2-40B4-BE49-F238E27FC236}">
                <a16:creationId xmlns:a16="http://schemas.microsoft.com/office/drawing/2014/main" id="{A662C298-D13B-44E2-CFB7-4410E08494FB}"/>
              </a:ext>
            </a:extLst>
          </p:cNvPr>
          <p:cNvSpPr>
            <a:spLocks noGrp="1"/>
          </p:cNvSpPr>
          <p:nvPr>
            <p:ph sz="quarter" idx="10" hasCustomPrompt="1"/>
          </p:nvPr>
        </p:nvSpPr>
        <p:spPr>
          <a:xfrm>
            <a:off x="695326" y="2290499"/>
            <a:ext cx="4528027" cy="3991822"/>
          </a:xfrm>
          <a:prstGeom prst="rect">
            <a:avLst/>
          </a:prstGeom>
        </p:spPr>
        <p:txBody>
          <a:bodyPr lIns="0" tIns="0" rIns="0" bIns="0"/>
          <a:lstStyle>
            <a:lvl1pPr>
              <a:lnSpc>
                <a:spcPts val="2000"/>
              </a:lnSpc>
              <a:buClr>
                <a:srgbClr val="F7673B"/>
              </a:buClr>
              <a:defRPr b="0" i="0" spc="-40" baseline="0">
                <a:solidFill>
                  <a:schemeClr val="tx1"/>
                </a:solidFill>
                <a:latin typeface="+mn-lt"/>
              </a:defRPr>
            </a:lvl1pPr>
            <a:lvl2pPr marL="312738" indent="-127000">
              <a:lnSpc>
                <a:spcPts val="2000"/>
              </a:lnSpc>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Click to add content. Paste text without formatting (PC: </a:t>
            </a:r>
            <a:r>
              <a:rPr lang="en-GB" dirty="0" err="1"/>
              <a:t>ctrl+shift+v</a:t>
            </a:r>
            <a:r>
              <a:rPr lang="en-GB" dirty="0"/>
              <a:t> / Mac: </a:t>
            </a:r>
            <a:r>
              <a:rPr lang="en-GB" dirty="0" err="1"/>
              <a:t>shift+opt+cmd+v</a:t>
            </a:r>
            <a:r>
              <a:rPr lang="en-GB" dirty="0"/>
              <a:t>)</a:t>
            </a:r>
          </a:p>
          <a:p>
            <a:pPr lvl="0"/>
            <a:endParaRPr lang="en-GB" dirty="0"/>
          </a:p>
          <a:p>
            <a:pPr lvl="0"/>
            <a:endParaRPr lang="en-GB" dirty="0"/>
          </a:p>
        </p:txBody>
      </p:sp>
      <p:sp>
        <p:nvSpPr>
          <p:cNvPr id="6" name="Content Placeholder 6">
            <a:extLst>
              <a:ext uri="{FF2B5EF4-FFF2-40B4-BE49-F238E27FC236}">
                <a16:creationId xmlns:a16="http://schemas.microsoft.com/office/drawing/2014/main" id="{3A93FC23-9845-6FBC-C67E-3971E09EEF68}"/>
              </a:ext>
            </a:extLst>
          </p:cNvPr>
          <p:cNvSpPr>
            <a:spLocks noGrp="1"/>
          </p:cNvSpPr>
          <p:nvPr>
            <p:ph sz="quarter" idx="18" hasCustomPrompt="1"/>
          </p:nvPr>
        </p:nvSpPr>
        <p:spPr>
          <a:xfrm>
            <a:off x="5336220" y="2290499"/>
            <a:ext cx="1657248" cy="3991822"/>
          </a:xfrm>
          <a:prstGeom prst="rect">
            <a:avLst/>
          </a:prstGeom>
        </p:spPr>
        <p:txBody>
          <a:bodyPr lIns="0" tIns="0" rIns="0" bIns="0"/>
          <a:lstStyle>
            <a:lvl1pPr marL="7937" indent="0">
              <a:lnSpc>
                <a:spcPts val="2000"/>
              </a:lnSpc>
              <a:buClr>
                <a:srgbClr val="F7673B"/>
              </a:buClr>
              <a:buNone/>
              <a:defRPr sz="1200" b="0" i="0" spc="-30" baseline="0">
                <a:solidFill>
                  <a:schemeClr val="tx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Page no./time</a:t>
            </a:r>
          </a:p>
        </p:txBody>
      </p:sp>
      <p:sp>
        <p:nvSpPr>
          <p:cNvPr id="2" name="Footer Placeholder 1">
            <a:extLst>
              <a:ext uri="{FF2B5EF4-FFF2-40B4-BE49-F238E27FC236}">
                <a16:creationId xmlns:a16="http://schemas.microsoft.com/office/drawing/2014/main" id="{881CCC51-03FB-D9D6-9911-523911ED1829}"/>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390ED83-799D-87A6-52E0-31B48AB9E995}"/>
              </a:ext>
            </a:extLst>
          </p:cNvPr>
          <p:cNvSpPr>
            <a:spLocks noGrp="1"/>
          </p:cNvSpPr>
          <p:nvPr>
            <p:ph type="sldNum" sz="quarter" idx="16"/>
          </p:nvPr>
        </p:nvSpPr>
        <p:spPr/>
        <p:txBody>
          <a:bodyPr/>
          <a:lstStyle/>
          <a:p>
            <a:fld id="{B64FCF4A-2F3F-4397-9C44-D2344643394B}" type="slidenum">
              <a:rPr lang="fi-FI" smtClean="0"/>
              <a:pPr/>
              <a:t>‹#›</a:t>
            </a:fld>
            <a:endParaRPr lang="fi-FI"/>
          </a:p>
        </p:txBody>
      </p:sp>
      <p:pic>
        <p:nvPicPr>
          <p:cNvPr id="8" name="Graphic 7">
            <a:extLst>
              <a:ext uri="{FF2B5EF4-FFF2-40B4-BE49-F238E27FC236}">
                <a16:creationId xmlns:a16="http://schemas.microsoft.com/office/drawing/2014/main" id="{ECD61CBC-74AE-80C6-F54A-341688BD28D3}"/>
              </a:ext>
              <a:ext uri="{C183D7F6-B498-43B3-948B-1728B52AA6E4}">
                <adec:decorative xmlns:adec="http://schemas.microsoft.com/office/drawing/2017/decorative" val="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938" t="15415" r="6446" b="15330"/>
          <a:stretch/>
        </p:blipFill>
        <p:spPr>
          <a:xfrm>
            <a:off x="7606625" y="1934781"/>
            <a:ext cx="3679902" cy="3375102"/>
          </a:xfrm>
          <a:prstGeom prst="rect">
            <a:avLst/>
          </a:prstGeom>
        </p:spPr>
      </p:pic>
      <p:pic>
        <p:nvPicPr>
          <p:cNvPr id="5" name="Graphic 4">
            <a:extLst>
              <a:ext uri="{FF2B5EF4-FFF2-40B4-BE49-F238E27FC236}">
                <a16:creationId xmlns:a16="http://schemas.microsoft.com/office/drawing/2014/main" id="{CD5230DF-0284-EE77-FAA3-B4CAF7356D39}"/>
              </a:ext>
              <a:ext uri="{C183D7F6-B498-43B3-948B-1728B52AA6E4}">
                <adec:decorative xmlns:adec="http://schemas.microsoft.com/office/drawing/2017/decorative" val="1"/>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705606" y="215324"/>
            <a:ext cx="262466" cy="289618"/>
          </a:xfrm>
          <a:prstGeom prst="rect">
            <a:avLst/>
          </a:prstGeom>
        </p:spPr>
      </p:pic>
      <p:sp>
        <p:nvSpPr>
          <p:cNvPr id="7" name="Freeform: Shape 19">
            <a:extLst>
              <a:ext uri="{FF2B5EF4-FFF2-40B4-BE49-F238E27FC236}">
                <a16:creationId xmlns:a16="http://schemas.microsoft.com/office/drawing/2014/main" id="{A9D94CAB-99EA-BB4B-8108-C91358436517}"/>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81456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image, dark bg">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0800000">
            <a:off x="9214369" y="4407290"/>
            <a:ext cx="3374284" cy="2971520"/>
          </a:xfrm>
          <a:prstGeom prst="rect">
            <a:avLst/>
          </a:prstGeom>
        </p:spPr>
      </p:pic>
      <p:sp>
        <p:nvSpPr>
          <p:cNvPr id="10" name="Title 3">
            <a:extLst>
              <a:ext uri="{FF2B5EF4-FFF2-40B4-BE49-F238E27FC236}">
                <a16:creationId xmlns:a16="http://schemas.microsoft.com/office/drawing/2014/main" id="{B7CD0981-B3BD-E184-0D78-6AFE2CD00355}"/>
              </a:ext>
            </a:extLst>
          </p:cNvPr>
          <p:cNvSpPr>
            <a:spLocks noGrp="1"/>
          </p:cNvSpPr>
          <p:nvPr>
            <p:ph type="title" hasCustomPrompt="1"/>
          </p:nvPr>
        </p:nvSpPr>
        <p:spPr>
          <a:xfrm>
            <a:off x="675006" y="620713"/>
            <a:ext cx="5185020" cy="1080000"/>
          </a:xfrm>
        </p:spPr>
        <p:txBody>
          <a:bodyPr lIns="0" tIns="0" rIns="0" bIns="0" anchor="ctr"/>
          <a:lstStyle>
            <a:lvl1pPr>
              <a:defRPr b="1" i="0" spc="-100" baseline="0">
                <a:solidFill>
                  <a:schemeClr val="bg1"/>
                </a:solidFill>
                <a:latin typeface="+mj-lt"/>
              </a:defRPr>
            </a:lvl1pPr>
          </a:lstStyle>
          <a:p>
            <a:r>
              <a:rPr lang="en-US" noProof="0"/>
              <a:t>Click to insert Headline</a:t>
            </a:r>
            <a:endParaRPr lang="en-GB"/>
          </a:p>
        </p:txBody>
      </p:sp>
      <p:sp>
        <p:nvSpPr>
          <p:cNvPr id="5" name="Text Placeholder 3">
            <a:extLst>
              <a:ext uri="{FF2B5EF4-FFF2-40B4-BE49-F238E27FC236}">
                <a16:creationId xmlns:a16="http://schemas.microsoft.com/office/drawing/2014/main" id="{044E3783-91E9-E859-3F8B-F67897A2D29D}"/>
              </a:ext>
            </a:extLst>
          </p:cNvPr>
          <p:cNvSpPr>
            <a:spLocks noGrp="1"/>
          </p:cNvSpPr>
          <p:nvPr>
            <p:ph type="body" sz="quarter" idx="13" hasCustomPrompt="1"/>
          </p:nvPr>
        </p:nvSpPr>
        <p:spPr>
          <a:xfrm>
            <a:off x="695325" y="341037"/>
            <a:ext cx="7200900" cy="266400"/>
          </a:xfrm>
        </p:spPr>
        <p:txBody>
          <a:bodyPr lIns="0" tIns="0" rIns="0" bIns="0" anchor="ctr"/>
          <a:lstStyle>
            <a:lvl1pPr marL="0" indent="0">
              <a:buNone/>
              <a:defRPr sz="1000" b="0" i="0" cap="all" spc="50" baseline="0">
                <a:solidFill>
                  <a:srgbClr val="F0F5F5"/>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7" name="Content Placeholder 6">
            <a:extLst>
              <a:ext uri="{FF2B5EF4-FFF2-40B4-BE49-F238E27FC236}">
                <a16:creationId xmlns:a16="http://schemas.microsoft.com/office/drawing/2014/main" id="{AB417CFC-03DB-73E1-465E-A5DE27D752D7}"/>
              </a:ext>
            </a:extLst>
          </p:cNvPr>
          <p:cNvSpPr>
            <a:spLocks noGrp="1"/>
          </p:cNvSpPr>
          <p:nvPr>
            <p:ph sz="quarter" idx="18" hasCustomPrompt="1"/>
          </p:nvPr>
        </p:nvSpPr>
        <p:spPr>
          <a:xfrm>
            <a:off x="695325" y="1663416"/>
            <a:ext cx="5185020" cy="575534"/>
          </a:xfrm>
          <a:prstGeom prst="rect">
            <a:avLst/>
          </a:prstGeom>
        </p:spPr>
        <p:txBody>
          <a:bodyPr lIns="0" tIns="0" rIns="0" bIns="0"/>
          <a:lstStyle>
            <a:lvl1pPr marL="0" indent="0">
              <a:buClr>
                <a:srgbClr val="F7673B"/>
              </a:buClr>
              <a:buNone/>
              <a:defRPr sz="1600" b="0" i="0" spc="-30" baseline="0">
                <a:solidFill>
                  <a:srgbClr val="B8EAF1"/>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a:t>
            </a:r>
          </a:p>
        </p:txBody>
      </p:sp>
      <p:sp>
        <p:nvSpPr>
          <p:cNvPr id="6" name="Content Placeholder 6">
            <a:extLst>
              <a:ext uri="{FF2B5EF4-FFF2-40B4-BE49-F238E27FC236}">
                <a16:creationId xmlns:a16="http://schemas.microsoft.com/office/drawing/2014/main" id="{14A74222-D751-B398-BB5D-9EDFF831DC73}"/>
              </a:ext>
            </a:extLst>
          </p:cNvPr>
          <p:cNvSpPr>
            <a:spLocks noGrp="1"/>
          </p:cNvSpPr>
          <p:nvPr>
            <p:ph sz="quarter" idx="10" hasCustomPrompt="1"/>
          </p:nvPr>
        </p:nvSpPr>
        <p:spPr>
          <a:xfrm>
            <a:off x="695326" y="2269067"/>
            <a:ext cx="5164700" cy="3991822"/>
          </a:xfrm>
          <a:prstGeom prst="rect">
            <a:avLst/>
          </a:prstGeom>
        </p:spPr>
        <p:txBody>
          <a:bodyPr lIns="0" tIns="0" rIns="0" bIns="0"/>
          <a:lstStyle>
            <a:lvl1pPr>
              <a:buClr>
                <a:srgbClr val="F7673B"/>
              </a:buClr>
              <a:defRPr b="0" i="0" spc="-30" baseline="0">
                <a:solidFill>
                  <a:schemeClr val="bg1"/>
                </a:solidFill>
                <a:latin typeface="+mn-lt"/>
              </a:defRPr>
            </a:lvl1pPr>
            <a:lvl2pPr marL="312738" indent="-127000">
              <a:buClr>
                <a:srgbClr val="F7673B"/>
              </a:buClr>
              <a:tabLst/>
              <a:defRPr b="0" i="0" spc="-30" baseline="0">
                <a:solidFill>
                  <a:srgbClr val="F0F5F5"/>
                </a:solidFill>
                <a:latin typeface="+mn-lt"/>
              </a:defRPr>
            </a:lvl2pPr>
            <a:lvl3pPr marL="490538" indent="-127000">
              <a:buClr>
                <a:srgbClr val="F7673B"/>
              </a:buClr>
              <a:tabLst/>
              <a:defRPr b="0" i="0" spc="-30" baseline="0">
                <a:solidFill>
                  <a:srgbClr val="F0F5F5"/>
                </a:solidFill>
                <a:latin typeface="+mn-lt"/>
              </a:defRPr>
            </a:lvl3pPr>
            <a:lvl4pPr marL="625475" indent="-134938">
              <a:buClr>
                <a:srgbClr val="F7673B"/>
              </a:buClr>
              <a:tabLst/>
              <a:defRPr b="0" i="0" spc="-30" baseline="0">
                <a:solidFill>
                  <a:srgbClr val="F0F5F5"/>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sp>
        <p:nvSpPr>
          <p:cNvPr id="3" name="Picture Placeholder 2">
            <a:extLst>
              <a:ext uri="{FF2B5EF4-FFF2-40B4-BE49-F238E27FC236}">
                <a16:creationId xmlns:a16="http://schemas.microsoft.com/office/drawing/2014/main" id="{3614A391-024D-7CA8-3C4C-8A342E7D1F25}"/>
              </a:ext>
            </a:extLst>
          </p:cNvPr>
          <p:cNvSpPr>
            <a:spLocks noGrp="1"/>
          </p:cNvSpPr>
          <p:nvPr>
            <p:ph type="pic" sz="quarter" idx="15" hasCustomPrompt="1"/>
          </p:nvPr>
        </p:nvSpPr>
        <p:spPr>
          <a:xfrm>
            <a:off x="6095999" y="717665"/>
            <a:ext cx="5400675" cy="5519622"/>
          </a:xfrm>
          <a:solidFill>
            <a:schemeClr val="tx2"/>
          </a:solidFill>
        </p:spPr>
        <p:txBody>
          <a:bodyPr anchor="ctr"/>
          <a:lstStyle>
            <a:lvl1pPr marL="0" indent="0" algn="ctr">
              <a:buNone/>
              <a:defRPr/>
            </a:lvl1pPr>
          </a:lstStyle>
          <a:p>
            <a:r>
              <a:rPr lang="en-GB"/>
              <a:t>I</a:t>
            </a:r>
            <a:r>
              <a:rPr lang="en-FI"/>
              <a:t>nsert image</a:t>
            </a:r>
          </a:p>
          <a:p>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07887171-6A1D-D68B-3796-101EA645F4AC}"/>
              </a:ext>
            </a:extLst>
          </p:cNvPr>
          <p:cNvSpPr>
            <a:spLocks noGrp="1"/>
          </p:cNvSpPr>
          <p:nvPr>
            <p:ph type="ftr" sz="quarter" idx="16"/>
          </p:nvPr>
        </p:nvSpPr>
        <p:spPr>
          <a:xfrm rot="5400000">
            <a:off x="10057335" y="2392978"/>
            <a:ext cx="3574935" cy="224310"/>
          </a:xfrm>
          <a:prstGeom prst="rect">
            <a:avLst/>
          </a:prstGeom>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23A3DB2-BDCB-D02C-0CA3-CBCB64A7D3F4}"/>
              </a:ext>
            </a:extLst>
          </p:cNvPr>
          <p:cNvSpPr>
            <a:spLocks noGrp="1"/>
          </p:cNvSpPr>
          <p:nvPr>
            <p:ph type="sldNum" sz="quarter" idx="17"/>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2" name="Freeform: Shape 19">
            <a:extLst>
              <a:ext uri="{FF2B5EF4-FFF2-40B4-BE49-F238E27FC236}">
                <a16:creationId xmlns:a16="http://schemas.microsoft.com/office/drawing/2014/main" id="{5E81CDAE-617E-4761-41AB-BA71AF13B68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04810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400" fill="hold"/>
                                        <p:tgtEl>
                                          <p:spTgt spid="3"/>
                                        </p:tgtEl>
                                        <p:attrNameLst>
                                          <p:attrName>ppt_x</p:attrName>
                                        </p:attrNameLst>
                                      </p:cBhvr>
                                      <p:tavLst>
                                        <p:tav tm="0">
                                          <p:val>
                                            <p:strVal val="#ppt_x"/>
                                          </p:val>
                                        </p:tav>
                                        <p:tav tm="100000">
                                          <p:val>
                                            <p:strVal val="#ppt_x"/>
                                          </p:val>
                                        </p:tav>
                                      </p:tavLst>
                                    </p:anim>
                                    <p:anim calcmode="lin" valueType="num">
                                      <p:cBhvr additive="base">
                                        <p:cTn id="12" dur="4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number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F608403A-5858-BA88-2532-319FF30018FE}"/>
              </a:ext>
            </a:extLst>
          </p:cNvPr>
          <p:cNvSpPr>
            <a:spLocks noGrp="1"/>
          </p:cNvSpPr>
          <p:nvPr>
            <p:ph type="title" hasCustomPrompt="1"/>
          </p:nvPr>
        </p:nvSpPr>
        <p:spPr>
          <a:xfrm>
            <a:off x="675006" y="620713"/>
            <a:ext cx="7229766"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1" name="Text Placeholder 3">
            <a:extLst>
              <a:ext uri="{FF2B5EF4-FFF2-40B4-BE49-F238E27FC236}">
                <a16:creationId xmlns:a16="http://schemas.microsoft.com/office/drawing/2014/main" id="{94C29DE6-7DF2-F0AF-49FF-0152F89B60E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Content Placeholder 6">
            <a:extLst>
              <a:ext uri="{FF2B5EF4-FFF2-40B4-BE49-F238E27FC236}">
                <a16:creationId xmlns:a16="http://schemas.microsoft.com/office/drawing/2014/main" id="{C1FC6C56-0606-D9AF-04D2-580BD4B4094A}"/>
              </a:ext>
            </a:extLst>
          </p:cNvPr>
          <p:cNvSpPr>
            <a:spLocks noGrp="1"/>
          </p:cNvSpPr>
          <p:nvPr>
            <p:ph sz="quarter" idx="22" hasCustomPrompt="1"/>
          </p:nvPr>
        </p:nvSpPr>
        <p:spPr>
          <a:xfrm>
            <a:off x="695325" y="1663416"/>
            <a:ext cx="629814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5" name="Content Placeholder 6">
            <a:extLst>
              <a:ext uri="{FF2B5EF4-FFF2-40B4-BE49-F238E27FC236}">
                <a16:creationId xmlns:a16="http://schemas.microsoft.com/office/drawing/2014/main" id="{ACBCC23B-7B33-D1FB-3F60-33D0A346DAF8}"/>
              </a:ext>
            </a:extLst>
          </p:cNvPr>
          <p:cNvSpPr>
            <a:spLocks noGrp="1"/>
          </p:cNvSpPr>
          <p:nvPr>
            <p:ph sz="quarter" idx="10" hasCustomPrompt="1"/>
          </p:nvPr>
        </p:nvSpPr>
        <p:spPr>
          <a:xfrm>
            <a:off x="695326" y="2269067"/>
            <a:ext cx="62981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7" name="Text Placeholder 16">
            <a:extLst>
              <a:ext uri="{FF2B5EF4-FFF2-40B4-BE49-F238E27FC236}">
                <a16:creationId xmlns:a16="http://schemas.microsoft.com/office/drawing/2014/main" id="{D945AA15-295D-D70A-E330-4DAAB4091682}"/>
              </a:ext>
            </a:extLst>
          </p:cNvPr>
          <p:cNvSpPr>
            <a:spLocks noGrp="1"/>
          </p:cNvSpPr>
          <p:nvPr>
            <p:ph type="body" sz="quarter" idx="16" hasCustomPrompt="1"/>
          </p:nvPr>
        </p:nvSpPr>
        <p:spPr>
          <a:xfrm>
            <a:off x="7862041" y="2104706"/>
            <a:ext cx="2682875" cy="1079500"/>
          </a:xfrm>
        </p:spPr>
        <p:txBody>
          <a:bodyPr anchor="b"/>
          <a:lstStyle>
            <a:lvl1pPr marL="0" indent="0">
              <a:buNone/>
              <a:defRPr sz="7000" b="0" i="0" spc="-200" baseline="0">
                <a:solidFill>
                  <a:schemeClr val="accent1"/>
                </a:solidFill>
                <a:latin typeface="+mn-lt"/>
              </a:defRPr>
            </a:lvl1pPr>
          </a:lstStyle>
          <a:p>
            <a:pPr lvl="0"/>
            <a:r>
              <a:rPr lang="en-GB"/>
              <a:t>000%</a:t>
            </a:r>
            <a:endParaRPr lang="en-FI"/>
          </a:p>
        </p:txBody>
      </p:sp>
      <p:sp>
        <p:nvSpPr>
          <p:cNvPr id="19" name="Text Placeholder 18">
            <a:extLst>
              <a:ext uri="{FF2B5EF4-FFF2-40B4-BE49-F238E27FC236}">
                <a16:creationId xmlns:a16="http://schemas.microsoft.com/office/drawing/2014/main" id="{064E1416-8A53-FA1D-DFB0-33A20B544EFE}"/>
              </a:ext>
            </a:extLst>
          </p:cNvPr>
          <p:cNvSpPr>
            <a:spLocks noGrp="1"/>
          </p:cNvSpPr>
          <p:nvPr>
            <p:ph type="body" sz="quarter" idx="17" hasCustomPrompt="1"/>
          </p:nvPr>
        </p:nvSpPr>
        <p:spPr>
          <a:xfrm>
            <a:off x="7904771" y="3188632"/>
            <a:ext cx="2682875" cy="220663"/>
          </a:xfrm>
        </p:spPr>
        <p:txBody>
          <a:bodyPr/>
          <a:lstStyle>
            <a:lvl1pPr marL="0" indent="0">
              <a:buNone/>
              <a:defRPr sz="1000">
                <a:solidFill>
                  <a:schemeClr val="tx2"/>
                </a:solidFill>
              </a:defRPr>
            </a:lvl1pPr>
          </a:lstStyle>
          <a:p>
            <a:pPr lvl="0"/>
            <a:r>
              <a:rPr lang="en-GB"/>
              <a:t>Explanation to big info</a:t>
            </a:r>
            <a:endParaRPr lang="en-FI"/>
          </a:p>
        </p:txBody>
      </p:sp>
      <p:sp>
        <p:nvSpPr>
          <p:cNvPr id="20" name="Text Placeholder 16">
            <a:extLst>
              <a:ext uri="{FF2B5EF4-FFF2-40B4-BE49-F238E27FC236}">
                <a16:creationId xmlns:a16="http://schemas.microsoft.com/office/drawing/2014/main" id="{A5081761-5F6C-D6DD-A1A5-F559B2405E8B}"/>
              </a:ext>
            </a:extLst>
          </p:cNvPr>
          <p:cNvSpPr>
            <a:spLocks noGrp="1"/>
          </p:cNvSpPr>
          <p:nvPr>
            <p:ph type="body" sz="quarter" idx="18" hasCustomPrompt="1"/>
          </p:nvPr>
        </p:nvSpPr>
        <p:spPr>
          <a:xfrm>
            <a:off x="7862041" y="3561250"/>
            <a:ext cx="2682875" cy="1079500"/>
          </a:xfrm>
        </p:spPr>
        <p:txBody>
          <a:bodyPr anchor="b"/>
          <a:lstStyle>
            <a:lvl1pPr marL="0" indent="0">
              <a:buNone/>
              <a:defRPr sz="7000" b="0" i="0" spc="-200" baseline="0">
                <a:solidFill>
                  <a:schemeClr val="accent1"/>
                </a:solidFill>
                <a:latin typeface="+mn-lt"/>
              </a:defRPr>
            </a:lvl1pPr>
          </a:lstStyle>
          <a:p>
            <a:pPr lvl="0"/>
            <a:r>
              <a:rPr lang="en-GB"/>
              <a:t>000%</a:t>
            </a:r>
            <a:endParaRPr lang="en-FI"/>
          </a:p>
        </p:txBody>
      </p:sp>
      <p:sp>
        <p:nvSpPr>
          <p:cNvPr id="21" name="Text Placeholder 18">
            <a:extLst>
              <a:ext uri="{FF2B5EF4-FFF2-40B4-BE49-F238E27FC236}">
                <a16:creationId xmlns:a16="http://schemas.microsoft.com/office/drawing/2014/main" id="{0AF59D99-62F1-1F5F-7DE0-9DD7B85D9CAC}"/>
              </a:ext>
            </a:extLst>
          </p:cNvPr>
          <p:cNvSpPr>
            <a:spLocks noGrp="1"/>
          </p:cNvSpPr>
          <p:nvPr>
            <p:ph type="body" sz="quarter" idx="19" hasCustomPrompt="1"/>
          </p:nvPr>
        </p:nvSpPr>
        <p:spPr>
          <a:xfrm>
            <a:off x="7904771" y="4645176"/>
            <a:ext cx="2682875" cy="220663"/>
          </a:xfrm>
        </p:spPr>
        <p:txBody>
          <a:bodyPr/>
          <a:lstStyle>
            <a:lvl1pPr marL="0" indent="0">
              <a:buNone/>
              <a:defRPr sz="1000">
                <a:solidFill>
                  <a:schemeClr val="tx2"/>
                </a:solidFill>
              </a:defRPr>
            </a:lvl1pPr>
          </a:lstStyle>
          <a:p>
            <a:pPr lvl="0"/>
            <a:r>
              <a:rPr lang="en-GB"/>
              <a:t>Explanation to big info</a:t>
            </a:r>
            <a:endParaRPr lang="en-FI"/>
          </a:p>
        </p:txBody>
      </p:sp>
      <p:sp>
        <p:nvSpPr>
          <p:cNvPr id="22" name="Text Placeholder 16">
            <a:extLst>
              <a:ext uri="{FF2B5EF4-FFF2-40B4-BE49-F238E27FC236}">
                <a16:creationId xmlns:a16="http://schemas.microsoft.com/office/drawing/2014/main" id="{62D6F6B0-C2B0-C87B-3547-A9D23165A836}"/>
              </a:ext>
            </a:extLst>
          </p:cNvPr>
          <p:cNvSpPr>
            <a:spLocks noGrp="1"/>
          </p:cNvSpPr>
          <p:nvPr>
            <p:ph type="body" sz="quarter" idx="20" hasCustomPrompt="1"/>
          </p:nvPr>
        </p:nvSpPr>
        <p:spPr>
          <a:xfrm>
            <a:off x="7862041" y="5017794"/>
            <a:ext cx="2682875" cy="1079500"/>
          </a:xfrm>
        </p:spPr>
        <p:txBody>
          <a:bodyPr anchor="b"/>
          <a:lstStyle>
            <a:lvl1pPr marL="0" indent="0">
              <a:buNone/>
              <a:defRPr sz="7000" b="0" i="0" spc="-200" baseline="0">
                <a:solidFill>
                  <a:schemeClr val="accent1"/>
                </a:solidFill>
                <a:latin typeface="+mn-lt"/>
              </a:defRPr>
            </a:lvl1pPr>
          </a:lstStyle>
          <a:p>
            <a:pPr lvl="0"/>
            <a:r>
              <a:rPr lang="en-GB"/>
              <a:t>000%</a:t>
            </a:r>
            <a:endParaRPr lang="en-FI"/>
          </a:p>
        </p:txBody>
      </p:sp>
      <p:sp>
        <p:nvSpPr>
          <p:cNvPr id="23" name="Text Placeholder 18">
            <a:extLst>
              <a:ext uri="{FF2B5EF4-FFF2-40B4-BE49-F238E27FC236}">
                <a16:creationId xmlns:a16="http://schemas.microsoft.com/office/drawing/2014/main" id="{1D1A63A2-507A-BBBD-51D0-B477241089C4}"/>
              </a:ext>
            </a:extLst>
          </p:cNvPr>
          <p:cNvSpPr>
            <a:spLocks noGrp="1"/>
          </p:cNvSpPr>
          <p:nvPr>
            <p:ph type="body" sz="quarter" idx="21" hasCustomPrompt="1"/>
          </p:nvPr>
        </p:nvSpPr>
        <p:spPr>
          <a:xfrm>
            <a:off x="7904771" y="6101722"/>
            <a:ext cx="2682875" cy="220663"/>
          </a:xfrm>
        </p:spPr>
        <p:txBody>
          <a:bodyPr/>
          <a:lstStyle>
            <a:lvl1pPr marL="0" indent="0">
              <a:buNone/>
              <a:defRPr sz="1000">
                <a:solidFill>
                  <a:schemeClr val="tx2"/>
                </a:solidFill>
              </a:defRPr>
            </a:lvl1pPr>
          </a:lstStyle>
          <a:p>
            <a:pPr lvl="0"/>
            <a:r>
              <a:rPr lang="en-GB"/>
              <a:t>Explanation to big info</a:t>
            </a:r>
            <a:endParaRPr lang="en-FI"/>
          </a:p>
        </p:txBody>
      </p:sp>
      <p:sp>
        <p:nvSpPr>
          <p:cNvPr id="2" name="Footer Placeholder 1">
            <a:extLst>
              <a:ext uri="{FF2B5EF4-FFF2-40B4-BE49-F238E27FC236}">
                <a16:creationId xmlns:a16="http://schemas.microsoft.com/office/drawing/2014/main" id="{40EEF510-9423-B4C1-9A1B-789797A8CADD}"/>
              </a:ext>
            </a:extLst>
          </p:cNvPr>
          <p:cNvSpPr>
            <a:spLocks noGrp="1"/>
          </p:cNvSpPr>
          <p:nvPr>
            <p:ph type="ftr" sz="quarter" idx="14"/>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EB3C8B8D-4488-FC60-6F58-4C22EFE90D72}"/>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CCB10441-6090-346C-8027-680556E5236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9938099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AD830074-C896-D5A4-07AB-041199659C0B}"/>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6" name="Text Placeholder 3">
            <a:extLst>
              <a:ext uri="{FF2B5EF4-FFF2-40B4-BE49-F238E27FC236}">
                <a16:creationId xmlns:a16="http://schemas.microsoft.com/office/drawing/2014/main" id="{83A33975-D56E-1E50-5972-78EDF038FD05}"/>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4" name="Picture Placeholder 3">
            <a:extLst>
              <a:ext uri="{FF2B5EF4-FFF2-40B4-BE49-F238E27FC236}">
                <a16:creationId xmlns:a16="http://schemas.microsoft.com/office/drawing/2014/main" id="{F63A98AB-946B-CD2F-1118-51B8FD354C28}"/>
              </a:ext>
            </a:extLst>
          </p:cNvPr>
          <p:cNvSpPr>
            <a:spLocks noGrp="1"/>
          </p:cNvSpPr>
          <p:nvPr>
            <p:ph type="pic" sz="quarter" idx="17" hasCustomPrompt="1"/>
          </p:nvPr>
        </p:nvSpPr>
        <p:spPr>
          <a:xfrm>
            <a:off x="8871531" y="4130483"/>
            <a:ext cx="2210218" cy="2014873"/>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anchor="ctr"/>
          <a:lstStyle>
            <a:lvl1pPr marL="7937" indent="0" algn="ctr">
              <a:buNone/>
              <a:defRPr/>
            </a:lvl1pPr>
          </a:lstStyle>
          <a:p>
            <a:r>
              <a:rPr lang="en-FI" dirty="0"/>
              <a:t>Use if you want images in the cricle, otherwise delete</a:t>
            </a:r>
          </a:p>
        </p:txBody>
      </p:sp>
      <p:sp>
        <p:nvSpPr>
          <p:cNvPr id="7" name="Freeform: Shape 19">
            <a:extLst>
              <a:ext uri="{FF2B5EF4-FFF2-40B4-BE49-F238E27FC236}">
                <a16:creationId xmlns:a16="http://schemas.microsoft.com/office/drawing/2014/main" id="{5D1C5517-2215-E35F-03C9-3202149ADF0F}"/>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716819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01CBBA75-1684-3722-9075-91622B5D56F1}"/>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6" name="Freeform: Shape 19">
            <a:extLst>
              <a:ext uri="{FF2B5EF4-FFF2-40B4-BE49-F238E27FC236}">
                <a16:creationId xmlns:a16="http://schemas.microsoft.com/office/drawing/2014/main" id="{CB92ABCD-54DC-ABD5-E067-8693E02B4D8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7" name="Picture Placeholder 3">
            <a:extLst>
              <a:ext uri="{FF2B5EF4-FFF2-40B4-BE49-F238E27FC236}">
                <a16:creationId xmlns:a16="http://schemas.microsoft.com/office/drawing/2014/main" id="{9176A378-D286-F87D-22D4-3AB488AA0B04}"/>
              </a:ext>
            </a:extLst>
          </p:cNvPr>
          <p:cNvSpPr>
            <a:spLocks noGrp="1"/>
          </p:cNvSpPr>
          <p:nvPr>
            <p:ph type="pic" sz="quarter" idx="17" hasCustomPrompt="1"/>
          </p:nvPr>
        </p:nvSpPr>
        <p:spPr>
          <a:xfrm>
            <a:off x="8739451" y="4018723"/>
            <a:ext cx="2210218" cy="2014873"/>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anchor="ctr"/>
          <a:lstStyle>
            <a:lvl1pPr marL="7937" indent="0" algn="ctr">
              <a:buNone/>
              <a:defRPr/>
            </a:lvl1pPr>
          </a:lstStyle>
          <a:p>
            <a:r>
              <a:rPr lang="en-FI" dirty="0"/>
              <a:t>Use if you want images in the cricle, otherwise delete</a:t>
            </a:r>
          </a:p>
        </p:txBody>
      </p:sp>
    </p:spTree>
    <p:extLst>
      <p:ext uri="{BB962C8B-B14F-4D97-AF65-F5344CB8AC3E}">
        <p14:creationId xmlns:p14="http://schemas.microsoft.com/office/powerpoint/2010/main" val="635231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pic, title + one colum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95D677-A6B7-4766-87A6-F3A15F9633D5}"/>
              </a:ext>
            </a:extLst>
          </p:cNvPr>
          <p:cNvSpPr>
            <a:spLocks noGrp="1"/>
          </p:cNvSpPr>
          <p:nvPr>
            <p:ph type="title" hasCustomPrompt="1"/>
          </p:nvPr>
        </p:nvSpPr>
        <p:spPr>
          <a:xfrm>
            <a:off x="675005" y="4565124"/>
            <a:ext cx="3600450" cy="1728548"/>
          </a:xfrm>
        </p:spPr>
        <p:txBody>
          <a:bodyPr lIns="0" tIns="0" rIns="0" bIns="0" anchor="t"/>
          <a:lstStyle>
            <a:lvl1pPr>
              <a:defRPr b="1" i="0" spc="-100" baseline="0">
                <a:solidFill>
                  <a:srgbClr val="0F3D51"/>
                </a:solidFill>
                <a:latin typeface="+mj-lt"/>
              </a:defRPr>
            </a:lvl1pPr>
          </a:lstStyle>
          <a:p>
            <a:r>
              <a:rPr lang="en-US" noProof="0"/>
              <a:t>Click to insert Headline</a:t>
            </a:r>
            <a:endParaRPr lang="en-GB"/>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396966" y="4631267"/>
            <a:ext cx="6762101" cy="1606020"/>
          </a:xfrm>
          <a:prstGeom prst="rect">
            <a:avLst/>
          </a:prstGeom>
        </p:spPr>
        <p:txBody>
          <a:bodyPr lIns="0" tIns="0" rIns="0" bIns="0" numCol="1" spcCol="324000"/>
          <a:lstStyle>
            <a:lvl1pPr marL="0" indent="0">
              <a:lnSpc>
                <a:spcPct val="110000"/>
              </a:lnSpc>
              <a:spcBef>
                <a:spcPts val="0"/>
              </a:spcBef>
              <a:buNone/>
              <a:defRPr sz="1800" b="0" i="0" spc="-40" baseline="0">
                <a:solidFill>
                  <a:srgbClr val="0F3D51"/>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dirty="0"/>
              <a:t>Click to edit text, paste text without formatting (PC: </a:t>
            </a:r>
            <a:r>
              <a:rPr lang="en-US" dirty="0" err="1"/>
              <a:t>ctrl+shift+v</a:t>
            </a:r>
            <a:r>
              <a:rPr lang="en-US" dirty="0"/>
              <a:t> / Mac: </a:t>
            </a:r>
            <a:r>
              <a:rPr lang="en-US" dirty="0" err="1"/>
              <a:t>shift+opt+cmd+v</a:t>
            </a:r>
            <a:r>
              <a:rPr lang="en-US" dirty="0"/>
              <a:t>)</a:t>
            </a:r>
          </a:p>
          <a:p>
            <a:pPr lvl="0"/>
            <a:endParaRPr lang="en-US" dirty="0"/>
          </a:p>
        </p:txBody>
      </p:sp>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p:nvPr>
        </p:nvSpPr>
        <p:spPr>
          <a:xfrm>
            <a:off x="693344" y="620713"/>
            <a:ext cx="10803332" cy="3671887"/>
          </a:xfrm>
          <a:solidFill>
            <a:schemeClr val="bg2"/>
          </a:solidFill>
        </p:spPr>
        <p:txBody>
          <a:bodyPr/>
          <a:lstStyle>
            <a:lvl1pPr marL="0" indent="0" algn="ctr">
              <a:buNone/>
              <a:defRPr/>
            </a:lvl1pPr>
          </a:lstStyle>
          <a:p>
            <a:r>
              <a:rPr lang="en-US"/>
              <a:t>Click icon to add picture</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A47F87E1-CF95-3121-1893-F5724C415779}"/>
              </a:ext>
            </a:extLst>
          </p:cNvPr>
          <p:cNvSpPr>
            <a:spLocks noGrp="1"/>
          </p:cNvSpPr>
          <p:nvPr>
            <p:ph type="ftr" sz="quarter" idx="13"/>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5325CC6-CFDB-FFE9-D6C9-049CD7D019FE}"/>
              </a:ext>
            </a:extLst>
          </p:cNvPr>
          <p:cNvSpPr>
            <a:spLocks noGrp="1"/>
          </p:cNvSpPr>
          <p:nvPr>
            <p:ph type="sldNum" sz="quarter" idx="14"/>
          </p:nvPr>
        </p:nvSpPr>
        <p:spPr/>
        <p:txBody>
          <a:bodyPr/>
          <a:lstStyle/>
          <a:p>
            <a:fld id="{B64FCF4A-2F3F-4397-9C44-D2344643394B}" type="slidenum">
              <a:rPr lang="fi-FI" smtClean="0"/>
              <a:pPr/>
              <a:t>‹#›</a:t>
            </a:fld>
            <a:endParaRPr lang="fi-FI"/>
          </a:p>
        </p:txBody>
      </p:sp>
      <p:sp>
        <p:nvSpPr>
          <p:cNvPr id="5" name="Freeform: Shape 19">
            <a:extLst>
              <a:ext uri="{FF2B5EF4-FFF2-40B4-BE49-F238E27FC236}">
                <a16:creationId xmlns:a16="http://schemas.microsoft.com/office/drawing/2014/main" id="{714F2B05-866E-2CEB-6313-E3FDC7EA8E4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3466735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Image coll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203020" y="620713"/>
            <a:ext cx="5892980" cy="5631709"/>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203020" y="397596"/>
            <a:ext cx="4433033" cy="207982"/>
          </a:xfrm>
          <a:prstGeom prst="rect">
            <a:avLst/>
          </a:prstGeom>
        </p:spPr>
        <p:txBody>
          <a:bodyPr lIns="0" tIns="0" rIns="0" bIns="0" numCol="1" spcCol="324000"/>
          <a:lstStyle>
            <a:lvl1pPr marL="0" indent="0">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6290733" y="0"/>
            <a:ext cx="5215466" cy="6857999"/>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1655658" y="6460404"/>
            <a:ext cx="4433033" cy="240212"/>
          </a:xfrm>
          <a:prstGeom prst="rect">
            <a:avLst/>
          </a:prstGeom>
        </p:spPr>
        <p:txBody>
          <a:bodyPr lIns="0" tIns="0" rIns="0" bIns="0" numCol="1" spcCol="324000" anchor="b"/>
          <a:lstStyle>
            <a:lvl1pPr marL="0" indent="0" algn="r">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sp>
        <p:nvSpPr>
          <p:cNvPr id="2" name="Footer Placeholder 1">
            <a:extLst>
              <a:ext uri="{FF2B5EF4-FFF2-40B4-BE49-F238E27FC236}">
                <a16:creationId xmlns:a16="http://schemas.microsoft.com/office/drawing/2014/main" id="{E290B68A-F4D8-28B9-91E1-779750508CB9}"/>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86371A8-7E6E-4F5D-4C59-9356A8ADD23E}"/>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43813C0F-7DED-FDAB-F0DD-146BF6CD662C}"/>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5995420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Image collag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1" y="215351"/>
            <a:ext cx="7896224" cy="6010438"/>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8128000" y="620713"/>
            <a:ext cx="3107267" cy="1496322"/>
          </a:xfrm>
          <a:prstGeom prst="rect">
            <a:avLst/>
          </a:prstGeom>
        </p:spPr>
        <p:txBody>
          <a:bodyPr lIns="0" tIns="0" rIns="0" bIns="0" numCol="1" spcCol="324000" anchor="t"/>
          <a:lstStyle>
            <a:lvl1pPr marL="0" indent="0">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7543800" y="2349500"/>
            <a:ext cx="3952875" cy="4334181"/>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3071192" y="6417199"/>
            <a:ext cx="4258826" cy="367103"/>
          </a:xfrm>
          <a:prstGeom prst="rect">
            <a:avLst/>
          </a:prstGeom>
        </p:spPr>
        <p:txBody>
          <a:bodyPr lIns="0" tIns="0" rIns="0" bIns="0" numCol="1" spcCol="324000" anchor="t"/>
          <a:lstStyle>
            <a:lvl1pPr marL="0" indent="0" algn="r">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sp>
        <p:nvSpPr>
          <p:cNvPr id="2" name="Footer Placeholder 1">
            <a:extLst>
              <a:ext uri="{FF2B5EF4-FFF2-40B4-BE49-F238E27FC236}">
                <a16:creationId xmlns:a16="http://schemas.microsoft.com/office/drawing/2014/main" id="{ED1115FD-EC95-5B67-85EE-5B482D44795E}"/>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42A5D42-A66E-C80D-A30D-8895B8686EBA}"/>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FC853047-1798-E187-1B9F-45346FBDA896}"/>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762475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Image coll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0" y="0"/>
            <a:ext cx="5901268" cy="4292601"/>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695326" y="4492764"/>
            <a:ext cx="1616076" cy="1619801"/>
          </a:xfrm>
          <a:prstGeom prst="rect">
            <a:avLst/>
          </a:prstGeom>
        </p:spPr>
        <p:txBody>
          <a:bodyPr lIns="0" tIns="0" rIns="0" bIns="0" numCol="1" spcCol="324000" anchor="t"/>
          <a:lstStyle>
            <a:lvl1pPr marL="0" indent="0" algn="l">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dirty="0"/>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3" name="Picture Placeholder 5">
            <a:extLst>
              <a:ext uri="{FF2B5EF4-FFF2-40B4-BE49-F238E27FC236}">
                <a16:creationId xmlns:a16="http://schemas.microsoft.com/office/drawing/2014/main" id="{3B868E7A-66DB-6AD7-8F6F-3A985472AB7B}"/>
              </a:ext>
            </a:extLst>
          </p:cNvPr>
          <p:cNvSpPr>
            <a:spLocks noGrp="1"/>
          </p:cNvSpPr>
          <p:nvPr>
            <p:ph type="pic" sz="quarter" idx="15" hasCustomPrompt="1"/>
          </p:nvPr>
        </p:nvSpPr>
        <p:spPr>
          <a:xfrm>
            <a:off x="2506133" y="4492763"/>
            <a:ext cx="3395135" cy="2365235"/>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096000" y="5660364"/>
            <a:ext cx="4433033" cy="565425"/>
          </a:xfrm>
          <a:prstGeom prst="rect">
            <a:avLst/>
          </a:prstGeom>
        </p:spPr>
        <p:txBody>
          <a:bodyPr lIns="0" tIns="0" rIns="0" bIns="0" numCol="1" spcCol="324000" anchor="t"/>
          <a:lstStyle>
            <a:lvl1pPr marL="0" indent="0">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6096000" y="620713"/>
            <a:ext cx="6095999" cy="4855484"/>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2" name="Footer Placeholder 1">
            <a:extLst>
              <a:ext uri="{FF2B5EF4-FFF2-40B4-BE49-F238E27FC236}">
                <a16:creationId xmlns:a16="http://schemas.microsoft.com/office/drawing/2014/main" id="{6A4AF229-D9A1-D5D3-B175-10A0CA92A79B}"/>
              </a:ext>
            </a:extLst>
          </p:cNvPr>
          <p:cNvSpPr>
            <a:spLocks noGrp="1"/>
          </p:cNvSpPr>
          <p:nvPr>
            <p:ph type="ftr" sz="quarter" idx="16"/>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B62A9D0E-43DD-2FCE-54CA-FB2CCBDDB394}"/>
              </a:ext>
            </a:extLst>
          </p:cNvPr>
          <p:cNvSpPr>
            <a:spLocks noGrp="1"/>
          </p:cNvSpPr>
          <p:nvPr>
            <p:ph type="sldNum" sz="quarter" idx="17"/>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D5BD8215-B9BF-C0A1-9C54-5EC01F91E4B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7785385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Image coll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1" y="215350"/>
            <a:ext cx="6002382" cy="6021937"/>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690154" y="4295936"/>
            <a:ext cx="1805396" cy="1956486"/>
          </a:xfrm>
          <a:prstGeom prst="rect">
            <a:avLst/>
          </a:prstGeom>
          <a:solidFill>
            <a:schemeClr val="bg1">
              <a:alpha val="79904"/>
            </a:schemeClr>
          </a:solidFill>
        </p:spPr>
        <p:txBody>
          <a:bodyPr lIns="180000" tIns="180000" rIns="180000" bIns="180000" numCol="1" spcCol="324000" anchor="t"/>
          <a:lstStyle>
            <a:lvl1pPr marL="0" indent="0" algn="r">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6189619" y="215352"/>
            <a:ext cx="5307056" cy="2991580"/>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3" name="Picture Placeholder 5">
            <a:extLst>
              <a:ext uri="{FF2B5EF4-FFF2-40B4-BE49-F238E27FC236}">
                <a16:creationId xmlns:a16="http://schemas.microsoft.com/office/drawing/2014/main" id="{0E819411-D686-A62A-E99C-EB3F87F92651}"/>
              </a:ext>
            </a:extLst>
          </p:cNvPr>
          <p:cNvSpPr>
            <a:spLocks noGrp="1"/>
          </p:cNvSpPr>
          <p:nvPr>
            <p:ph type="pic" sz="quarter" idx="15" hasCustomPrompt="1"/>
          </p:nvPr>
        </p:nvSpPr>
        <p:spPr>
          <a:xfrm>
            <a:off x="6189619" y="3398342"/>
            <a:ext cx="2569027" cy="2838946"/>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5" name="Picture Placeholder 5">
            <a:extLst>
              <a:ext uri="{FF2B5EF4-FFF2-40B4-BE49-F238E27FC236}">
                <a16:creationId xmlns:a16="http://schemas.microsoft.com/office/drawing/2014/main" id="{6730227F-DBA7-18C2-076D-4936C68278F8}"/>
              </a:ext>
            </a:extLst>
          </p:cNvPr>
          <p:cNvSpPr>
            <a:spLocks noGrp="1"/>
          </p:cNvSpPr>
          <p:nvPr>
            <p:ph type="pic" sz="quarter" idx="16" hasCustomPrompt="1"/>
          </p:nvPr>
        </p:nvSpPr>
        <p:spPr>
          <a:xfrm>
            <a:off x="8932819" y="3398342"/>
            <a:ext cx="2569027" cy="2838946"/>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2" name="Footer Placeholder 1">
            <a:extLst>
              <a:ext uri="{FF2B5EF4-FFF2-40B4-BE49-F238E27FC236}">
                <a16:creationId xmlns:a16="http://schemas.microsoft.com/office/drawing/2014/main" id="{34E1C052-1AA4-6994-6684-14D331FFB4A0}"/>
              </a:ext>
            </a:extLst>
          </p:cNvPr>
          <p:cNvSpPr>
            <a:spLocks noGrp="1"/>
          </p:cNvSpPr>
          <p:nvPr>
            <p:ph type="ftr" sz="quarter" idx="17"/>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10EDF643-5C20-3F6F-EF18-7A30B2450137}"/>
              </a:ext>
            </a:extLst>
          </p:cNvPr>
          <p:cNvSpPr>
            <a:spLocks noGrp="1"/>
          </p:cNvSpPr>
          <p:nvPr>
            <p:ph type="sldNum" sz="quarter" idx="18"/>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767560BA-E35A-547F-F56D-CADCC27819A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5" name="Content Placeholder 6">
            <a:extLst>
              <a:ext uri="{FF2B5EF4-FFF2-40B4-BE49-F238E27FC236}">
                <a16:creationId xmlns:a16="http://schemas.microsoft.com/office/drawing/2014/main" id="{F8E30E7A-D167-593D-0962-F0347315EC1D}"/>
              </a:ext>
            </a:extLst>
          </p:cNvPr>
          <p:cNvSpPr>
            <a:spLocks noGrp="1"/>
          </p:cNvSpPr>
          <p:nvPr>
            <p:ph sz="quarter" idx="19" hasCustomPrompt="1"/>
          </p:nvPr>
        </p:nvSpPr>
        <p:spPr>
          <a:xfrm>
            <a:off x="8927648" y="2349500"/>
            <a:ext cx="2569027" cy="857432"/>
          </a:xfrm>
          <a:prstGeom prst="rect">
            <a:avLst/>
          </a:prstGeom>
          <a:solidFill>
            <a:schemeClr val="bg1">
              <a:alpha val="79904"/>
            </a:schemeClr>
          </a:solidFill>
        </p:spPr>
        <p:txBody>
          <a:bodyPr lIns="180000" tIns="180000" rIns="180000" bIns="180000" numCol="1" spcCol="324000" anchor="t"/>
          <a:lstStyle>
            <a:lvl1pPr marL="0" indent="0" algn="l">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dirty="0"/>
              <a:t>Click to insert image caption</a:t>
            </a:r>
          </a:p>
        </p:txBody>
      </p:sp>
    </p:spTree>
    <p:extLst>
      <p:ext uri="{BB962C8B-B14F-4D97-AF65-F5344CB8AC3E}">
        <p14:creationId xmlns:p14="http://schemas.microsoft.com/office/powerpoint/2010/main" val="29895724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go collage ENG - Selected references">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73244824-AD89-0848-AD84-2DC73277F4E4}"/>
              </a:ext>
            </a:extLst>
          </p:cNvPr>
          <p:cNvSpPr txBox="1">
            <a:spLocks/>
          </p:cNvSpPr>
          <p:nvPr userDrawn="1"/>
        </p:nvSpPr>
        <p:spPr>
          <a:xfrm>
            <a:off x="3180434" y="1933917"/>
            <a:ext cx="5863244" cy="2977672"/>
          </a:xfrm>
          <a:prstGeom prst="rect">
            <a:avLst/>
          </a:prstGeom>
        </p:spPr>
        <p:txBody>
          <a:bodyPr vert="horz" lIns="0" tIns="0" rIns="0" bIns="0" rtlCol="0" anchor="ctr" anchorCtr="0">
            <a:noAutofit/>
          </a:bodyPr>
          <a:lstStyle>
            <a:lvl1pPr algn="l" defTabSz="914400" rtl="0" eaLnBrk="1" latinLnBrk="0" hangingPunct="1">
              <a:lnSpc>
                <a:spcPct val="100000"/>
              </a:lnSpc>
              <a:spcBef>
                <a:spcPct val="0"/>
              </a:spcBef>
              <a:buNone/>
              <a:defRPr sz="3600" b="1" i="0" kern="1200">
                <a:solidFill>
                  <a:schemeClr val="accent5"/>
                </a:solidFill>
                <a:latin typeface="Cadiz Book" pitchFamily="2" charset="0"/>
                <a:ea typeface="+mj-ea"/>
                <a:cs typeface="+mj-cs"/>
              </a:defRPr>
            </a:lvl1pPr>
          </a:lstStyle>
          <a:p>
            <a:pPr algn="ctr"/>
            <a:r>
              <a:rPr lang="en-GB" sz="2400" b="0" i="0" spc="-50" baseline="0" dirty="0">
                <a:solidFill>
                  <a:schemeClr val="tx1"/>
                </a:solidFill>
                <a:latin typeface="Messina Modern Book" pitchFamily="2" charset="77"/>
              </a:rPr>
              <a:t>Meaningful progress comes from a place </a:t>
            </a:r>
            <a:br>
              <a:rPr lang="en-GB" sz="2400" b="0" i="0" spc="-50" baseline="0" dirty="0">
                <a:solidFill>
                  <a:schemeClr val="tx1"/>
                </a:solidFill>
                <a:latin typeface="Messina Modern Book" pitchFamily="2" charset="77"/>
              </a:rPr>
            </a:br>
            <a:r>
              <a:rPr lang="en-GB" sz="2400" b="0" i="0" spc="-50" baseline="0" dirty="0">
                <a:solidFill>
                  <a:schemeClr val="tx1"/>
                </a:solidFill>
                <a:latin typeface="Messina Modern Book" pitchFamily="2" charset="77"/>
              </a:rPr>
              <a:t>of trust and close cooperation - together achieving more clarity, smarter ways of working and improved performance.</a:t>
            </a:r>
          </a:p>
        </p:txBody>
      </p:sp>
      <p:sp>
        <p:nvSpPr>
          <p:cNvPr id="17" name="Picture Placeholder 16">
            <a:extLst>
              <a:ext uri="{FF2B5EF4-FFF2-40B4-BE49-F238E27FC236}">
                <a16:creationId xmlns:a16="http://schemas.microsoft.com/office/drawing/2014/main" id="{507F8F9C-96D4-1E4C-BD89-22EDF1BC9237}"/>
              </a:ext>
            </a:extLst>
          </p:cNvPr>
          <p:cNvSpPr>
            <a:spLocks noGrp="1"/>
          </p:cNvSpPr>
          <p:nvPr>
            <p:ph type="pic" sz="quarter" idx="10" hasCustomPrompt="1"/>
          </p:nvPr>
        </p:nvSpPr>
        <p:spPr>
          <a:xfrm>
            <a:off x="541772"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8" name="Picture Placeholder 16">
            <a:extLst>
              <a:ext uri="{FF2B5EF4-FFF2-40B4-BE49-F238E27FC236}">
                <a16:creationId xmlns:a16="http://schemas.microsoft.com/office/drawing/2014/main" id="{1403B77C-F94F-E24B-B1B2-DFB7FE1E59C0}"/>
              </a:ext>
            </a:extLst>
          </p:cNvPr>
          <p:cNvSpPr>
            <a:spLocks noGrp="1"/>
          </p:cNvSpPr>
          <p:nvPr>
            <p:ph type="pic" sz="quarter" idx="11" hasCustomPrompt="1"/>
          </p:nvPr>
        </p:nvSpPr>
        <p:spPr>
          <a:xfrm>
            <a:off x="2806486"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9" name="Picture Placeholder 16">
            <a:extLst>
              <a:ext uri="{FF2B5EF4-FFF2-40B4-BE49-F238E27FC236}">
                <a16:creationId xmlns:a16="http://schemas.microsoft.com/office/drawing/2014/main" id="{B474BF40-CF24-7646-9190-8F117CF91B41}"/>
              </a:ext>
            </a:extLst>
          </p:cNvPr>
          <p:cNvSpPr>
            <a:spLocks noGrp="1"/>
          </p:cNvSpPr>
          <p:nvPr>
            <p:ph type="pic" sz="quarter" idx="12" hasCustomPrompt="1"/>
          </p:nvPr>
        </p:nvSpPr>
        <p:spPr>
          <a:xfrm>
            <a:off x="5084150"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0" name="Picture Placeholder 16">
            <a:extLst>
              <a:ext uri="{FF2B5EF4-FFF2-40B4-BE49-F238E27FC236}">
                <a16:creationId xmlns:a16="http://schemas.microsoft.com/office/drawing/2014/main" id="{DE3C6968-C7F4-DE4C-B423-D75A3845F16C}"/>
              </a:ext>
            </a:extLst>
          </p:cNvPr>
          <p:cNvSpPr>
            <a:spLocks noGrp="1"/>
          </p:cNvSpPr>
          <p:nvPr>
            <p:ph type="pic" sz="quarter" idx="13" hasCustomPrompt="1"/>
          </p:nvPr>
        </p:nvSpPr>
        <p:spPr>
          <a:xfrm>
            <a:off x="7361814"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1" name="Picture Placeholder 16">
            <a:extLst>
              <a:ext uri="{FF2B5EF4-FFF2-40B4-BE49-F238E27FC236}">
                <a16:creationId xmlns:a16="http://schemas.microsoft.com/office/drawing/2014/main" id="{C7516619-91CA-554F-915E-3E6427DAE0BB}"/>
              </a:ext>
            </a:extLst>
          </p:cNvPr>
          <p:cNvSpPr>
            <a:spLocks noGrp="1"/>
          </p:cNvSpPr>
          <p:nvPr>
            <p:ph type="pic" sz="quarter" idx="14" hasCustomPrompt="1"/>
          </p:nvPr>
        </p:nvSpPr>
        <p:spPr>
          <a:xfrm>
            <a:off x="9652429"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2" name="Picture Placeholder 16">
            <a:extLst>
              <a:ext uri="{FF2B5EF4-FFF2-40B4-BE49-F238E27FC236}">
                <a16:creationId xmlns:a16="http://schemas.microsoft.com/office/drawing/2014/main" id="{A59A4D84-F9D8-BC4C-9A42-49EE50787BEC}"/>
              </a:ext>
            </a:extLst>
          </p:cNvPr>
          <p:cNvSpPr>
            <a:spLocks noGrp="1"/>
          </p:cNvSpPr>
          <p:nvPr>
            <p:ph type="pic" sz="quarter" idx="15" hasCustomPrompt="1"/>
          </p:nvPr>
        </p:nvSpPr>
        <p:spPr>
          <a:xfrm>
            <a:off x="528822"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3" name="Picture Placeholder 16">
            <a:extLst>
              <a:ext uri="{FF2B5EF4-FFF2-40B4-BE49-F238E27FC236}">
                <a16:creationId xmlns:a16="http://schemas.microsoft.com/office/drawing/2014/main" id="{0D28FD49-71BD-664C-A0F4-CE23B747A4C2}"/>
              </a:ext>
            </a:extLst>
          </p:cNvPr>
          <p:cNvSpPr>
            <a:spLocks noGrp="1"/>
          </p:cNvSpPr>
          <p:nvPr>
            <p:ph type="pic" sz="quarter" idx="16" hasCustomPrompt="1"/>
          </p:nvPr>
        </p:nvSpPr>
        <p:spPr>
          <a:xfrm>
            <a:off x="9639479"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4" name="Picture Placeholder 16">
            <a:extLst>
              <a:ext uri="{FF2B5EF4-FFF2-40B4-BE49-F238E27FC236}">
                <a16:creationId xmlns:a16="http://schemas.microsoft.com/office/drawing/2014/main" id="{85710E33-7258-344D-B647-3914497C1E90}"/>
              </a:ext>
            </a:extLst>
          </p:cNvPr>
          <p:cNvSpPr>
            <a:spLocks noGrp="1"/>
          </p:cNvSpPr>
          <p:nvPr>
            <p:ph type="pic" sz="quarter" idx="17" hasCustomPrompt="1"/>
          </p:nvPr>
        </p:nvSpPr>
        <p:spPr>
          <a:xfrm>
            <a:off x="528822"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5" name="Picture Placeholder 16">
            <a:extLst>
              <a:ext uri="{FF2B5EF4-FFF2-40B4-BE49-F238E27FC236}">
                <a16:creationId xmlns:a16="http://schemas.microsoft.com/office/drawing/2014/main" id="{1E2847F7-1720-FF42-85DD-7450BF33866D}"/>
              </a:ext>
            </a:extLst>
          </p:cNvPr>
          <p:cNvSpPr>
            <a:spLocks noGrp="1"/>
          </p:cNvSpPr>
          <p:nvPr>
            <p:ph type="pic" sz="quarter" idx="18" hasCustomPrompt="1"/>
          </p:nvPr>
        </p:nvSpPr>
        <p:spPr>
          <a:xfrm>
            <a:off x="2806486"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6" name="Picture Placeholder 16">
            <a:extLst>
              <a:ext uri="{FF2B5EF4-FFF2-40B4-BE49-F238E27FC236}">
                <a16:creationId xmlns:a16="http://schemas.microsoft.com/office/drawing/2014/main" id="{AC8B352A-2985-5E40-8D00-A0DE89819C12}"/>
              </a:ext>
            </a:extLst>
          </p:cNvPr>
          <p:cNvSpPr>
            <a:spLocks noGrp="1"/>
          </p:cNvSpPr>
          <p:nvPr>
            <p:ph type="pic" sz="quarter" idx="19" hasCustomPrompt="1"/>
          </p:nvPr>
        </p:nvSpPr>
        <p:spPr>
          <a:xfrm>
            <a:off x="5084150"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7" name="Picture Placeholder 16">
            <a:extLst>
              <a:ext uri="{FF2B5EF4-FFF2-40B4-BE49-F238E27FC236}">
                <a16:creationId xmlns:a16="http://schemas.microsoft.com/office/drawing/2014/main" id="{30586464-5BEB-FD49-9CA9-A083B560F0FB}"/>
              </a:ext>
            </a:extLst>
          </p:cNvPr>
          <p:cNvSpPr>
            <a:spLocks noGrp="1"/>
          </p:cNvSpPr>
          <p:nvPr>
            <p:ph type="pic" sz="quarter" idx="20" hasCustomPrompt="1"/>
          </p:nvPr>
        </p:nvSpPr>
        <p:spPr>
          <a:xfrm>
            <a:off x="7361814"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8" name="Picture Placeholder 16">
            <a:extLst>
              <a:ext uri="{FF2B5EF4-FFF2-40B4-BE49-F238E27FC236}">
                <a16:creationId xmlns:a16="http://schemas.microsoft.com/office/drawing/2014/main" id="{6D8D3E5F-02C4-8A42-8386-33459CA35107}"/>
              </a:ext>
            </a:extLst>
          </p:cNvPr>
          <p:cNvSpPr>
            <a:spLocks noGrp="1"/>
          </p:cNvSpPr>
          <p:nvPr>
            <p:ph type="pic" sz="quarter" idx="21" hasCustomPrompt="1"/>
          </p:nvPr>
        </p:nvSpPr>
        <p:spPr>
          <a:xfrm>
            <a:off x="9639479"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pic>
        <p:nvPicPr>
          <p:cNvPr id="29" name="Graphic 28">
            <a:extLst>
              <a:ext uri="{FF2B5EF4-FFF2-40B4-BE49-F238E27FC236}">
                <a16:creationId xmlns:a16="http://schemas.microsoft.com/office/drawing/2014/main" id="{73022DB4-4D06-BF46-A6E5-FE30BC9029A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3BA8EE79-2439-F393-1615-6A477C56789A}"/>
              </a:ext>
            </a:extLst>
          </p:cNvPr>
          <p:cNvSpPr>
            <a:spLocks noGrp="1"/>
          </p:cNvSpPr>
          <p:nvPr>
            <p:ph type="ftr" sz="quarter" idx="22"/>
          </p:nvPr>
        </p:nvSpPr>
        <p:spPr>
          <a:xfrm rot="5400000">
            <a:off x="10057335" y="2392978"/>
            <a:ext cx="3574935"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642FAC66-0FCD-58B7-35E8-AC7D4E458150}"/>
              </a:ext>
            </a:extLst>
          </p:cNvPr>
          <p:cNvSpPr>
            <a:spLocks noGrp="1"/>
          </p:cNvSpPr>
          <p:nvPr>
            <p:ph type="sldNum" sz="quarter" idx="23"/>
          </p:nvPr>
        </p:nvSpPr>
        <p:spPr/>
        <p:txBody>
          <a:bodyPr/>
          <a:lstStyle/>
          <a:p>
            <a:fld id="{B64FCF4A-2F3F-4397-9C44-D2344643394B}" type="slidenum">
              <a:rPr lang="fi-FI" smtClean="0"/>
              <a:pPr/>
              <a:t>‹#›</a:t>
            </a:fld>
            <a:endParaRPr lang="fi-FI"/>
          </a:p>
        </p:txBody>
      </p:sp>
    </p:spTree>
    <p:extLst>
      <p:ext uri="{BB962C8B-B14F-4D97-AF65-F5344CB8AC3E}">
        <p14:creationId xmlns:p14="http://schemas.microsoft.com/office/powerpoint/2010/main" val="348817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Logo collage ENG - Selected referenc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507F8F9C-96D4-1E4C-BD89-22EDF1BC9237}"/>
              </a:ext>
            </a:extLst>
          </p:cNvPr>
          <p:cNvSpPr>
            <a:spLocks noGrp="1"/>
          </p:cNvSpPr>
          <p:nvPr>
            <p:ph type="pic" sz="quarter" idx="10" hasCustomPrompt="1"/>
          </p:nvPr>
        </p:nvSpPr>
        <p:spPr>
          <a:xfrm>
            <a:off x="541772"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8" name="Picture Placeholder 16">
            <a:extLst>
              <a:ext uri="{FF2B5EF4-FFF2-40B4-BE49-F238E27FC236}">
                <a16:creationId xmlns:a16="http://schemas.microsoft.com/office/drawing/2014/main" id="{1403B77C-F94F-E24B-B1B2-DFB7FE1E59C0}"/>
              </a:ext>
            </a:extLst>
          </p:cNvPr>
          <p:cNvSpPr>
            <a:spLocks noGrp="1"/>
          </p:cNvSpPr>
          <p:nvPr>
            <p:ph type="pic" sz="quarter" idx="11" hasCustomPrompt="1"/>
          </p:nvPr>
        </p:nvSpPr>
        <p:spPr>
          <a:xfrm>
            <a:off x="2806486"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9" name="Picture Placeholder 16">
            <a:extLst>
              <a:ext uri="{FF2B5EF4-FFF2-40B4-BE49-F238E27FC236}">
                <a16:creationId xmlns:a16="http://schemas.microsoft.com/office/drawing/2014/main" id="{B474BF40-CF24-7646-9190-8F117CF91B41}"/>
              </a:ext>
            </a:extLst>
          </p:cNvPr>
          <p:cNvSpPr>
            <a:spLocks noGrp="1"/>
          </p:cNvSpPr>
          <p:nvPr>
            <p:ph type="pic" sz="quarter" idx="12" hasCustomPrompt="1"/>
          </p:nvPr>
        </p:nvSpPr>
        <p:spPr>
          <a:xfrm>
            <a:off x="5084150"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0" name="Picture Placeholder 16">
            <a:extLst>
              <a:ext uri="{FF2B5EF4-FFF2-40B4-BE49-F238E27FC236}">
                <a16:creationId xmlns:a16="http://schemas.microsoft.com/office/drawing/2014/main" id="{DE3C6968-C7F4-DE4C-B423-D75A3845F16C}"/>
              </a:ext>
            </a:extLst>
          </p:cNvPr>
          <p:cNvSpPr>
            <a:spLocks noGrp="1"/>
          </p:cNvSpPr>
          <p:nvPr>
            <p:ph type="pic" sz="quarter" idx="13" hasCustomPrompt="1"/>
          </p:nvPr>
        </p:nvSpPr>
        <p:spPr>
          <a:xfrm>
            <a:off x="7361814"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1" name="Picture Placeholder 16">
            <a:extLst>
              <a:ext uri="{FF2B5EF4-FFF2-40B4-BE49-F238E27FC236}">
                <a16:creationId xmlns:a16="http://schemas.microsoft.com/office/drawing/2014/main" id="{C7516619-91CA-554F-915E-3E6427DAE0BB}"/>
              </a:ext>
            </a:extLst>
          </p:cNvPr>
          <p:cNvSpPr>
            <a:spLocks noGrp="1"/>
          </p:cNvSpPr>
          <p:nvPr>
            <p:ph type="pic" sz="quarter" idx="14" hasCustomPrompt="1"/>
          </p:nvPr>
        </p:nvSpPr>
        <p:spPr>
          <a:xfrm>
            <a:off x="9652429"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2" name="Picture Placeholder 16">
            <a:extLst>
              <a:ext uri="{FF2B5EF4-FFF2-40B4-BE49-F238E27FC236}">
                <a16:creationId xmlns:a16="http://schemas.microsoft.com/office/drawing/2014/main" id="{A59A4D84-F9D8-BC4C-9A42-49EE50787BEC}"/>
              </a:ext>
            </a:extLst>
          </p:cNvPr>
          <p:cNvSpPr>
            <a:spLocks noGrp="1"/>
          </p:cNvSpPr>
          <p:nvPr>
            <p:ph type="pic" sz="quarter" idx="15" hasCustomPrompt="1"/>
          </p:nvPr>
        </p:nvSpPr>
        <p:spPr>
          <a:xfrm>
            <a:off x="528822"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3" name="Picture Placeholder 16">
            <a:extLst>
              <a:ext uri="{FF2B5EF4-FFF2-40B4-BE49-F238E27FC236}">
                <a16:creationId xmlns:a16="http://schemas.microsoft.com/office/drawing/2014/main" id="{0D28FD49-71BD-664C-A0F4-CE23B747A4C2}"/>
              </a:ext>
            </a:extLst>
          </p:cNvPr>
          <p:cNvSpPr>
            <a:spLocks noGrp="1"/>
          </p:cNvSpPr>
          <p:nvPr>
            <p:ph type="pic" sz="quarter" idx="16" hasCustomPrompt="1"/>
          </p:nvPr>
        </p:nvSpPr>
        <p:spPr>
          <a:xfrm>
            <a:off x="9639479"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4" name="Picture Placeholder 16">
            <a:extLst>
              <a:ext uri="{FF2B5EF4-FFF2-40B4-BE49-F238E27FC236}">
                <a16:creationId xmlns:a16="http://schemas.microsoft.com/office/drawing/2014/main" id="{85710E33-7258-344D-B647-3914497C1E90}"/>
              </a:ext>
            </a:extLst>
          </p:cNvPr>
          <p:cNvSpPr>
            <a:spLocks noGrp="1"/>
          </p:cNvSpPr>
          <p:nvPr>
            <p:ph type="pic" sz="quarter" idx="17" hasCustomPrompt="1"/>
          </p:nvPr>
        </p:nvSpPr>
        <p:spPr>
          <a:xfrm>
            <a:off x="528822"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5" name="Picture Placeholder 16">
            <a:extLst>
              <a:ext uri="{FF2B5EF4-FFF2-40B4-BE49-F238E27FC236}">
                <a16:creationId xmlns:a16="http://schemas.microsoft.com/office/drawing/2014/main" id="{1E2847F7-1720-FF42-85DD-7450BF33866D}"/>
              </a:ext>
            </a:extLst>
          </p:cNvPr>
          <p:cNvSpPr>
            <a:spLocks noGrp="1"/>
          </p:cNvSpPr>
          <p:nvPr>
            <p:ph type="pic" sz="quarter" idx="18" hasCustomPrompt="1"/>
          </p:nvPr>
        </p:nvSpPr>
        <p:spPr>
          <a:xfrm>
            <a:off x="2806486"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6" name="Picture Placeholder 16">
            <a:extLst>
              <a:ext uri="{FF2B5EF4-FFF2-40B4-BE49-F238E27FC236}">
                <a16:creationId xmlns:a16="http://schemas.microsoft.com/office/drawing/2014/main" id="{AC8B352A-2985-5E40-8D00-A0DE89819C12}"/>
              </a:ext>
            </a:extLst>
          </p:cNvPr>
          <p:cNvSpPr>
            <a:spLocks noGrp="1"/>
          </p:cNvSpPr>
          <p:nvPr>
            <p:ph type="pic" sz="quarter" idx="19" hasCustomPrompt="1"/>
          </p:nvPr>
        </p:nvSpPr>
        <p:spPr>
          <a:xfrm>
            <a:off x="5084150"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7" name="Picture Placeholder 16">
            <a:extLst>
              <a:ext uri="{FF2B5EF4-FFF2-40B4-BE49-F238E27FC236}">
                <a16:creationId xmlns:a16="http://schemas.microsoft.com/office/drawing/2014/main" id="{30586464-5BEB-FD49-9CA9-A083B560F0FB}"/>
              </a:ext>
            </a:extLst>
          </p:cNvPr>
          <p:cNvSpPr>
            <a:spLocks noGrp="1"/>
          </p:cNvSpPr>
          <p:nvPr>
            <p:ph type="pic" sz="quarter" idx="20" hasCustomPrompt="1"/>
          </p:nvPr>
        </p:nvSpPr>
        <p:spPr>
          <a:xfrm>
            <a:off x="7361814"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8" name="Picture Placeholder 16">
            <a:extLst>
              <a:ext uri="{FF2B5EF4-FFF2-40B4-BE49-F238E27FC236}">
                <a16:creationId xmlns:a16="http://schemas.microsoft.com/office/drawing/2014/main" id="{6D8D3E5F-02C4-8A42-8386-33459CA35107}"/>
              </a:ext>
            </a:extLst>
          </p:cNvPr>
          <p:cNvSpPr>
            <a:spLocks noGrp="1"/>
          </p:cNvSpPr>
          <p:nvPr>
            <p:ph type="pic" sz="quarter" idx="21" hasCustomPrompt="1"/>
          </p:nvPr>
        </p:nvSpPr>
        <p:spPr>
          <a:xfrm>
            <a:off x="9639479"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pic>
        <p:nvPicPr>
          <p:cNvPr id="29" name="Graphic 28">
            <a:extLst>
              <a:ext uri="{FF2B5EF4-FFF2-40B4-BE49-F238E27FC236}">
                <a16:creationId xmlns:a16="http://schemas.microsoft.com/office/drawing/2014/main" id="{73022DB4-4D06-BF46-A6E5-FE30BC9029A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3BA8EE79-2439-F393-1615-6A477C56789A}"/>
              </a:ext>
            </a:extLst>
          </p:cNvPr>
          <p:cNvSpPr>
            <a:spLocks noGrp="1"/>
          </p:cNvSpPr>
          <p:nvPr>
            <p:ph type="ftr" sz="quarter" idx="22"/>
          </p:nvPr>
        </p:nvSpPr>
        <p:spPr>
          <a:xfrm rot="5400000">
            <a:off x="10057335" y="2392978"/>
            <a:ext cx="3574935"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642FAC66-0FCD-58B7-35E8-AC7D4E458150}"/>
              </a:ext>
            </a:extLst>
          </p:cNvPr>
          <p:cNvSpPr>
            <a:spLocks noGrp="1"/>
          </p:cNvSpPr>
          <p:nvPr>
            <p:ph type="sldNum" sz="quarter" idx="23"/>
          </p:nvPr>
        </p:nvSpPr>
        <p:spPr/>
        <p:txBody>
          <a:bodyPr/>
          <a:lstStyle/>
          <a:p>
            <a:fld id="{B64FCF4A-2F3F-4397-9C44-D2344643394B}" type="slidenum">
              <a:rPr lang="fi-FI" smtClean="0"/>
              <a:pPr/>
              <a:t>‹#›</a:t>
            </a:fld>
            <a:endParaRPr lang="fi-FI"/>
          </a:p>
        </p:txBody>
      </p:sp>
      <p:sp>
        <p:nvSpPr>
          <p:cNvPr id="5" name="Picture Placeholder 16">
            <a:extLst>
              <a:ext uri="{FF2B5EF4-FFF2-40B4-BE49-F238E27FC236}">
                <a16:creationId xmlns:a16="http://schemas.microsoft.com/office/drawing/2014/main" id="{178B4D66-1DD5-943C-23DC-F90D87AF9A66}"/>
              </a:ext>
            </a:extLst>
          </p:cNvPr>
          <p:cNvSpPr>
            <a:spLocks noGrp="1"/>
          </p:cNvSpPr>
          <p:nvPr>
            <p:ph type="pic" sz="quarter" idx="24" hasCustomPrompt="1"/>
          </p:nvPr>
        </p:nvSpPr>
        <p:spPr>
          <a:xfrm>
            <a:off x="2806486"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6" name="Picture Placeholder 16">
            <a:extLst>
              <a:ext uri="{FF2B5EF4-FFF2-40B4-BE49-F238E27FC236}">
                <a16:creationId xmlns:a16="http://schemas.microsoft.com/office/drawing/2014/main" id="{DBE706E6-BF4C-9C28-D514-54993A26536E}"/>
              </a:ext>
            </a:extLst>
          </p:cNvPr>
          <p:cNvSpPr>
            <a:spLocks noGrp="1"/>
          </p:cNvSpPr>
          <p:nvPr>
            <p:ph type="pic" sz="quarter" idx="25" hasCustomPrompt="1"/>
          </p:nvPr>
        </p:nvSpPr>
        <p:spPr>
          <a:xfrm>
            <a:off x="5084150"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7" name="Picture Placeholder 16">
            <a:extLst>
              <a:ext uri="{FF2B5EF4-FFF2-40B4-BE49-F238E27FC236}">
                <a16:creationId xmlns:a16="http://schemas.microsoft.com/office/drawing/2014/main" id="{91073EE0-D7CB-4E26-E8D9-869C95A98FBF}"/>
              </a:ext>
            </a:extLst>
          </p:cNvPr>
          <p:cNvSpPr>
            <a:spLocks noGrp="1"/>
          </p:cNvSpPr>
          <p:nvPr>
            <p:ph type="pic" sz="quarter" idx="26" hasCustomPrompt="1"/>
          </p:nvPr>
        </p:nvSpPr>
        <p:spPr>
          <a:xfrm>
            <a:off x="7361814"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Tree>
    <p:extLst>
      <p:ext uri="{BB962C8B-B14F-4D97-AF65-F5344CB8AC3E}">
        <p14:creationId xmlns:p14="http://schemas.microsoft.com/office/powerpoint/2010/main" val="3131245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go collage DE - Selected references">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73244824-AD89-0848-AD84-2DC73277F4E4}"/>
              </a:ext>
            </a:extLst>
          </p:cNvPr>
          <p:cNvSpPr txBox="1">
            <a:spLocks/>
          </p:cNvSpPr>
          <p:nvPr userDrawn="1"/>
        </p:nvSpPr>
        <p:spPr>
          <a:xfrm>
            <a:off x="3180434" y="1933917"/>
            <a:ext cx="5863244" cy="2977672"/>
          </a:xfrm>
          <a:prstGeom prst="rect">
            <a:avLst/>
          </a:prstGeom>
        </p:spPr>
        <p:txBody>
          <a:bodyPr vert="horz" lIns="0" tIns="0" rIns="0" bIns="0" rtlCol="0" anchor="ctr" anchorCtr="0">
            <a:noAutofit/>
          </a:bodyPr>
          <a:lstStyle>
            <a:lvl1pPr algn="l" defTabSz="914400" rtl="0" eaLnBrk="1" latinLnBrk="0" hangingPunct="1">
              <a:lnSpc>
                <a:spcPct val="100000"/>
              </a:lnSpc>
              <a:spcBef>
                <a:spcPct val="0"/>
              </a:spcBef>
              <a:buNone/>
              <a:defRPr sz="3600" b="1" i="0" kern="1200">
                <a:solidFill>
                  <a:schemeClr val="accent5"/>
                </a:solidFill>
                <a:latin typeface="Cadiz Book" pitchFamily="2" charset="0"/>
                <a:ea typeface="+mj-ea"/>
                <a:cs typeface="+mj-cs"/>
              </a:defRPr>
            </a:lvl1pPr>
          </a:lstStyle>
          <a:p>
            <a:pPr algn="ctr"/>
            <a:r>
              <a:rPr lang="de-DE" sz="2400" b="0" i="0" spc="-50" baseline="0">
                <a:solidFill>
                  <a:schemeClr val="tx1"/>
                </a:solidFill>
                <a:latin typeface="Messina Modern Book" pitchFamily="2" charset="77"/>
              </a:rPr>
              <a:t>Bedeutsamer Fortschritt entstehen </a:t>
            </a:r>
            <a:br>
              <a:rPr lang="de-DE" sz="2400" b="0" i="0" spc="-50" baseline="0">
                <a:solidFill>
                  <a:schemeClr val="tx1"/>
                </a:solidFill>
                <a:latin typeface="Messina Modern Book" pitchFamily="2" charset="77"/>
              </a:rPr>
            </a:br>
            <a:r>
              <a:rPr lang="de-DE" sz="2400" b="0" i="0" spc="-50" baseline="0">
                <a:solidFill>
                  <a:schemeClr val="tx1"/>
                </a:solidFill>
                <a:latin typeface="Messina Modern Book" pitchFamily="2" charset="77"/>
              </a:rPr>
              <a:t>durch Vertrauen und enge Zusammenarbeit - gemeinsam erreichen wir mehr Klarheit, intelligentere Arbeitsweisen und bessere Leistungen.</a:t>
            </a:r>
          </a:p>
        </p:txBody>
      </p:sp>
      <p:sp>
        <p:nvSpPr>
          <p:cNvPr id="17" name="Picture Placeholder 16">
            <a:extLst>
              <a:ext uri="{FF2B5EF4-FFF2-40B4-BE49-F238E27FC236}">
                <a16:creationId xmlns:a16="http://schemas.microsoft.com/office/drawing/2014/main" id="{507F8F9C-96D4-1E4C-BD89-22EDF1BC9237}"/>
              </a:ext>
            </a:extLst>
          </p:cNvPr>
          <p:cNvSpPr>
            <a:spLocks noGrp="1"/>
          </p:cNvSpPr>
          <p:nvPr>
            <p:ph type="pic" sz="quarter" idx="10" hasCustomPrompt="1"/>
          </p:nvPr>
        </p:nvSpPr>
        <p:spPr>
          <a:xfrm>
            <a:off x="541772"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8" name="Picture Placeholder 16">
            <a:extLst>
              <a:ext uri="{FF2B5EF4-FFF2-40B4-BE49-F238E27FC236}">
                <a16:creationId xmlns:a16="http://schemas.microsoft.com/office/drawing/2014/main" id="{1403B77C-F94F-E24B-B1B2-DFB7FE1E59C0}"/>
              </a:ext>
            </a:extLst>
          </p:cNvPr>
          <p:cNvSpPr>
            <a:spLocks noGrp="1"/>
          </p:cNvSpPr>
          <p:nvPr>
            <p:ph type="pic" sz="quarter" idx="11" hasCustomPrompt="1"/>
          </p:nvPr>
        </p:nvSpPr>
        <p:spPr>
          <a:xfrm>
            <a:off x="2806486"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9" name="Picture Placeholder 16">
            <a:extLst>
              <a:ext uri="{FF2B5EF4-FFF2-40B4-BE49-F238E27FC236}">
                <a16:creationId xmlns:a16="http://schemas.microsoft.com/office/drawing/2014/main" id="{B474BF40-CF24-7646-9190-8F117CF91B41}"/>
              </a:ext>
            </a:extLst>
          </p:cNvPr>
          <p:cNvSpPr>
            <a:spLocks noGrp="1"/>
          </p:cNvSpPr>
          <p:nvPr>
            <p:ph type="pic" sz="quarter" idx="12" hasCustomPrompt="1"/>
          </p:nvPr>
        </p:nvSpPr>
        <p:spPr>
          <a:xfrm>
            <a:off x="5084150"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0" name="Picture Placeholder 16">
            <a:extLst>
              <a:ext uri="{FF2B5EF4-FFF2-40B4-BE49-F238E27FC236}">
                <a16:creationId xmlns:a16="http://schemas.microsoft.com/office/drawing/2014/main" id="{DE3C6968-C7F4-DE4C-B423-D75A3845F16C}"/>
              </a:ext>
            </a:extLst>
          </p:cNvPr>
          <p:cNvSpPr>
            <a:spLocks noGrp="1"/>
          </p:cNvSpPr>
          <p:nvPr>
            <p:ph type="pic" sz="quarter" idx="13" hasCustomPrompt="1"/>
          </p:nvPr>
        </p:nvSpPr>
        <p:spPr>
          <a:xfrm>
            <a:off x="7361814"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1" name="Picture Placeholder 16">
            <a:extLst>
              <a:ext uri="{FF2B5EF4-FFF2-40B4-BE49-F238E27FC236}">
                <a16:creationId xmlns:a16="http://schemas.microsoft.com/office/drawing/2014/main" id="{C7516619-91CA-554F-915E-3E6427DAE0BB}"/>
              </a:ext>
            </a:extLst>
          </p:cNvPr>
          <p:cNvSpPr>
            <a:spLocks noGrp="1"/>
          </p:cNvSpPr>
          <p:nvPr>
            <p:ph type="pic" sz="quarter" idx="14" hasCustomPrompt="1"/>
          </p:nvPr>
        </p:nvSpPr>
        <p:spPr>
          <a:xfrm>
            <a:off x="9652429"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2" name="Picture Placeholder 16">
            <a:extLst>
              <a:ext uri="{FF2B5EF4-FFF2-40B4-BE49-F238E27FC236}">
                <a16:creationId xmlns:a16="http://schemas.microsoft.com/office/drawing/2014/main" id="{A59A4D84-F9D8-BC4C-9A42-49EE50787BEC}"/>
              </a:ext>
            </a:extLst>
          </p:cNvPr>
          <p:cNvSpPr>
            <a:spLocks noGrp="1"/>
          </p:cNvSpPr>
          <p:nvPr>
            <p:ph type="pic" sz="quarter" idx="15" hasCustomPrompt="1"/>
          </p:nvPr>
        </p:nvSpPr>
        <p:spPr>
          <a:xfrm>
            <a:off x="528822"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3" name="Picture Placeholder 16">
            <a:extLst>
              <a:ext uri="{FF2B5EF4-FFF2-40B4-BE49-F238E27FC236}">
                <a16:creationId xmlns:a16="http://schemas.microsoft.com/office/drawing/2014/main" id="{0D28FD49-71BD-664C-A0F4-CE23B747A4C2}"/>
              </a:ext>
            </a:extLst>
          </p:cNvPr>
          <p:cNvSpPr>
            <a:spLocks noGrp="1"/>
          </p:cNvSpPr>
          <p:nvPr>
            <p:ph type="pic" sz="quarter" idx="16" hasCustomPrompt="1"/>
          </p:nvPr>
        </p:nvSpPr>
        <p:spPr>
          <a:xfrm>
            <a:off x="9639479"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4" name="Picture Placeholder 16">
            <a:extLst>
              <a:ext uri="{FF2B5EF4-FFF2-40B4-BE49-F238E27FC236}">
                <a16:creationId xmlns:a16="http://schemas.microsoft.com/office/drawing/2014/main" id="{85710E33-7258-344D-B647-3914497C1E90}"/>
              </a:ext>
            </a:extLst>
          </p:cNvPr>
          <p:cNvSpPr>
            <a:spLocks noGrp="1"/>
          </p:cNvSpPr>
          <p:nvPr>
            <p:ph type="pic" sz="quarter" idx="17" hasCustomPrompt="1"/>
          </p:nvPr>
        </p:nvSpPr>
        <p:spPr>
          <a:xfrm>
            <a:off x="528822"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5" name="Picture Placeholder 16">
            <a:extLst>
              <a:ext uri="{FF2B5EF4-FFF2-40B4-BE49-F238E27FC236}">
                <a16:creationId xmlns:a16="http://schemas.microsoft.com/office/drawing/2014/main" id="{1E2847F7-1720-FF42-85DD-7450BF33866D}"/>
              </a:ext>
            </a:extLst>
          </p:cNvPr>
          <p:cNvSpPr>
            <a:spLocks noGrp="1"/>
          </p:cNvSpPr>
          <p:nvPr>
            <p:ph type="pic" sz="quarter" idx="18" hasCustomPrompt="1"/>
          </p:nvPr>
        </p:nvSpPr>
        <p:spPr>
          <a:xfrm>
            <a:off x="2806486"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6" name="Picture Placeholder 16">
            <a:extLst>
              <a:ext uri="{FF2B5EF4-FFF2-40B4-BE49-F238E27FC236}">
                <a16:creationId xmlns:a16="http://schemas.microsoft.com/office/drawing/2014/main" id="{AC8B352A-2985-5E40-8D00-A0DE89819C12}"/>
              </a:ext>
            </a:extLst>
          </p:cNvPr>
          <p:cNvSpPr>
            <a:spLocks noGrp="1"/>
          </p:cNvSpPr>
          <p:nvPr>
            <p:ph type="pic" sz="quarter" idx="19" hasCustomPrompt="1"/>
          </p:nvPr>
        </p:nvSpPr>
        <p:spPr>
          <a:xfrm>
            <a:off x="5084150"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7" name="Picture Placeholder 16">
            <a:extLst>
              <a:ext uri="{FF2B5EF4-FFF2-40B4-BE49-F238E27FC236}">
                <a16:creationId xmlns:a16="http://schemas.microsoft.com/office/drawing/2014/main" id="{30586464-5BEB-FD49-9CA9-A083B560F0FB}"/>
              </a:ext>
            </a:extLst>
          </p:cNvPr>
          <p:cNvSpPr>
            <a:spLocks noGrp="1"/>
          </p:cNvSpPr>
          <p:nvPr>
            <p:ph type="pic" sz="quarter" idx="20" hasCustomPrompt="1"/>
          </p:nvPr>
        </p:nvSpPr>
        <p:spPr>
          <a:xfrm>
            <a:off x="7361814"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8" name="Picture Placeholder 16">
            <a:extLst>
              <a:ext uri="{FF2B5EF4-FFF2-40B4-BE49-F238E27FC236}">
                <a16:creationId xmlns:a16="http://schemas.microsoft.com/office/drawing/2014/main" id="{6D8D3E5F-02C4-8A42-8386-33459CA35107}"/>
              </a:ext>
            </a:extLst>
          </p:cNvPr>
          <p:cNvSpPr>
            <a:spLocks noGrp="1"/>
          </p:cNvSpPr>
          <p:nvPr>
            <p:ph type="pic" sz="quarter" idx="21" hasCustomPrompt="1"/>
          </p:nvPr>
        </p:nvSpPr>
        <p:spPr>
          <a:xfrm>
            <a:off x="9639479"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pic>
        <p:nvPicPr>
          <p:cNvPr id="29" name="Graphic 28">
            <a:extLst>
              <a:ext uri="{FF2B5EF4-FFF2-40B4-BE49-F238E27FC236}">
                <a16:creationId xmlns:a16="http://schemas.microsoft.com/office/drawing/2014/main" id="{73022DB4-4D06-BF46-A6E5-FE30BC9029A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3BA8EE79-2439-F393-1615-6A477C56789A}"/>
              </a:ext>
            </a:extLst>
          </p:cNvPr>
          <p:cNvSpPr>
            <a:spLocks noGrp="1"/>
          </p:cNvSpPr>
          <p:nvPr>
            <p:ph type="ftr" sz="quarter" idx="22"/>
          </p:nvPr>
        </p:nvSpPr>
        <p:spPr>
          <a:xfrm rot="5400000">
            <a:off x="10057335" y="2392978"/>
            <a:ext cx="3574935"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642FAC66-0FCD-58B7-35E8-AC7D4E458150}"/>
              </a:ext>
            </a:extLst>
          </p:cNvPr>
          <p:cNvSpPr>
            <a:spLocks noGrp="1"/>
          </p:cNvSpPr>
          <p:nvPr>
            <p:ph type="sldNum" sz="quarter" idx="23"/>
          </p:nvPr>
        </p:nvSpPr>
        <p:spPr/>
        <p:txBody>
          <a:bodyPr/>
          <a:lstStyle/>
          <a:p>
            <a:fld id="{B64FCF4A-2F3F-4397-9C44-D2344643394B}" type="slidenum">
              <a:rPr lang="fi-FI" smtClean="0"/>
              <a:pPr/>
              <a:t>‹#›</a:t>
            </a:fld>
            <a:endParaRPr lang="fi-FI"/>
          </a:p>
        </p:txBody>
      </p:sp>
    </p:spTree>
    <p:extLst>
      <p:ext uri="{BB962C8B-B14F-4D97-AF65-F5344CB8AC3E}">
        <p14:creationId xmlns:p14="http://schemas.microsoft.com/office/powerpoint/2010/main" val="30604557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story collect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57B55-E421-2240-872B-23D7DBCC5512}"/>
              </a:ext>
            </a:extLst>
          </p:cNvPr>
          <p:cNvSpPr>
            <a:spLocks noGrp="1"/>
          </p:cNvSpPr>
          <p:nvPr>
            <p:ph type="title"/>
          </p:nvPr>
        </p:nvSpPr>
        <p:spPr/>
        <p:txBody>
          <a:bodyPr/>
          <a:lstStyle/>
          <a:p>
            <a:r>
              <a:rPr lang="en-US"/>
              <a:t>Click to edit Master title style</a:t>
            </a:r>
            <a:endParaRPr lang="en-FI"/>
          </a:p>
        </p:txBody>
      </p:sp>
      <p:sp>
        <p:nvSpPr>
          <p:cNvPr id="3" name="Text Placeholder 3">
            <a:extLst>
              <a:ext uri="{FF2B5EF4-FFF2-40B4-BE49-F238E27FC236}">
                <a16:creationId xmlns:a16="http://schemas.microsoft.com/office/drawing/2014/main" id="{DC377B40-DD28-FB8C-5DD0-7565BD9578AC}"/>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5" name="Content Placeholder 6">
            <a:extLst>
              <a:ext uri="{FF2B5EF4-FFF2-40B4-BE49-F238E27FC236}">
                <a16:creationId xmlns:a16="http://schemas.microsoft.com/office/drawing/2014/main" id="{12D3DB6F-2E1B-DA99-D80D-CC82835EC501}"/>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12" name="Picture Placeholder 11">
            <a:extLst>
              <a:ext uri="{FF2B5EF4-FFF2-40B4-BE49-F238E27FC236}">
                <a16:creationId xmlns:a16="http://schemas.microsoft.com/office/drawing/2014/main" id="{64F3F9A2-755C-FB4D-B085-74D62DCBFEC5}"/>
              </a:ext>
            </a:extLst>
          </p:cNvPr>
          <p:cNvSpPr>
            <a:spLocks noGrp="1"/>
          </p:cNvSpPr>
          <p:nvPr>
            <p:ph type="pic" sz="quarter" idx="10" hasCustomPrompt="1"/>
          </p:nvPr>
        </p:nvSpPr>
        <p:spPr>
          <a:xfrm>
            <a:off x="206734" y="2350294"/>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FI"/>
          </a:p>
        </p:txBody>
      </p:sp>
      <p:sp>
        <p:nvSpPr>
          <p:cNvPr id="7" name="Text Placeholder 5">
            <a:extLst>
              <a:ext uri="{FF2B5EF4-FFF2-40B4-BE49-F238E27FC236}">
                <a16:creationId xmlns:a16="http://schemas.microsoft.com/office/drawing/2014/main" id="{EF8ECF39-D444-5005-A4E6-9B8C560D1895}"/>
              </a:ext>
            </a:extLst>
          </p:cNvPr>
          <p:cNvSpPr>
            <a:spLocks noGrp="1"/>
          </p:cNvSpPr>
          <p:nvPr>
            <p:ph type="body" sz="quarter" idx="24" hasCustomPrompt="1"/>
          </p:nvPr>
        </p:nvSpPr>
        <p:spPr>
          <a:xfrm>
            <a:off x="206734" y="4311816"/>
            <a:ext cx="2897188" cy="1925471"/>
          </a:xfrm>
          <a:solidFill>
            <a:srgbClr val="FAF1EF"/>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sp>
        <p:nvSpPr>
          <p:cNvPr id="13" name="Picture Placeholder 11">
            <a:extLst>
              <a:ext uri="{FF2B5EF4-FFF2-40B4-BE49-F238E27FC236}">
                <a16:creationId xmlns:a16="http://schemas.microsoft.com/office/drawing/2014/main" id="{8327C10F-6162-FBE8-C443-D08DD8890B8A}"/>
              </a:ext>
            </a:extLst>
          </p:cNvPr>
          <p:cNvSpPr>
            <a:spLocks noGrp="1"/>
          </p:cNvSpPr>
          <p:nvPr>
            <p:ph type="pic" sz="quarter" idx="15" hasCustomPrompt="1"/>
          </p:nvPr>
        </p:nvSpPr>
        <p:spPr>
          <a:xfrm>
            <a:off x="3147037" y="4311816"/>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FI"/>
          </a:p>
        </p:txBody>
      </p:sp>
      <p:sp>
        <p:nvSpPr>
          <p:cNvPr id="9" name="Text Placeholder 5">
            <a:extLst>
              <a:ext uri="{FF2B5EF4-FFF2-40B4-BE49-F238E27FC236}">
                <a16:creationId xmlns:a16="http://schemas.microsoft.com/office/drawing/2014/main" id="{09DB76FE-E377-2FFA-5FFF-E5B9E8E25F25}"/>
              </a:ext>
            </a:extLst>
          </p:cNvPr>
          <p:cNvSpPr>
            <a:spLocks noGrp="1"/>
          </p:cNvSpPr>
          <p:nvPr>
            <p:ph type="body" sz="quarter" idx="26" hasCustomPrompt="1"/>
          </p:nvPr>
        </p:nvSpPr>
        <p:spPr>
          <a:xfrm>
            <a:off x="3152075" y="2350294"/>
            <a:ext cx="2897188" cy="1925471"/>
          </a:xfrm>
          <a:solidFill>
            <a:srgbClr val="F0F5F5"/>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sp>
        <p:nvSpPr>
          <p:cNvPr id="22" name="Picture Placeholder 11">
            <a:extLst>
              <a:ext uri="{FF2B5EF4-FFF2-40B4-BE49-F238E27FC236}">
                <a16:creationId xmlns:a16="http://schemas.microsoft.com/office/drawing/2014/main" id="{BDD1E9B8-1A51-16C9-392E-18A44F8BC36F}"/>
              </a:ext>
            </a:extLst>
          </p:cNvPr>
          <p:cNvSpPr>
            <a:spLocks noGrp="1"/>
          </p:cNvSpPr>
          <p:nvPr>
            <p:ph type="pic" sz="quarter" idx="17" hasCustomPrompt="1"/>
          </p:nvPr>
        </p:nvSpPr>
        <p:spPr>
          <a:xfrm>
            <a:off x="6092378" y="2350294"/>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FI"/>
          </a:p>
        </p:txBody>
      </p:sp>
      <p:sp>
        <p:nvSpPr>
          <p:cNvPr id="6" name="Text Placeholder 5">
            <a:extLst>
              <a:ext uri="{FF2B5EF4-FFF2-40B4-BE49-F238E27FC236}">
                <a16:creationId xmlns:a16="http://schemas.microsoft.com/office/drawing/2014/main" id="{FFFCB9FB-41A5-57DE-EE5F-86845FE29A75}"/>
              </a:ext>
            </a:extLst>
          </p:cNvPr>
          <p:cNvSpPr>
            <a:spLocks noGrp="1"/>
          </p:cNvSpPr>
          <p:nvPr>
            <p:ph type="body" sz="quarter" idx="23" hasCustomPrompt="1"/>
          </p:nvPr>
        </p:nvSpPr>
        <p:spPr>
          <a:xfrm>
            <a:off x="6092378" y="4311816"/>
            <a:ext cx="2897188" cy="1925471"/>
          </a:xfrm>
          <a:solidFill>
            <a:srgbClr val="FAF1EF"/>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sp>
        <p:nvSpPr>
          <p:cNvPr id="24" name="Picture Placeholder 11">
            <a:extLst>
              <a:ext uri="{FF2B5EF4-FFF2-40B4-BE49-F238E27FC236}">
                <a16:creationId xmlns:a16="http://schemas.microsoft.com/office/drawing/2014/main" id="{B5CA3660-CC02-C7FC-792D-EF803D4E6451}"/>
              </a:ext>
            </a:extLst>
          </p:cNvPr>
          <p:cNvSpPr>
            <a:spLocks noGrp="1"/>
          </p:cNvSpPr>
          <p:nvPr>
            <p:ph type="pic" sz="quarter" idx="19" hasCustomPrompt="1"/>
          </p:nvPr>
        </p:nvSpPr>
        <p:spPr>
          <a:xfrm>
            <a:off x="9032682" y="4311816"/>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GB"/>
          </a:p>
        </p:txBody>
      </p:sp>
      <p:sp>
        <p:nvSpPr>
          <p:cNvPr id="8" name="Text Placeholder 5">
            <a:extLst>
              <a:ext uri="{FF2B5EF4-FFF2-40B4-BE49-F238E27FC236}">
                <a16:creationId xmlns:a16="http://schemas.microsoft.com/office/drawing/2014/main" id="{E9FD4823-503C-9E86-D235-6987D02822EB}"/>
              </a:ext>
            </a:extLst>
          </p:cNvPr>
          <p:cNvSpPr>
            <a:spLocks noGrp="1"/>
          </p:cNvSpPr>
          <p:nvPr>
            <p:ph type="body" sz="quarter" idx="25" hasCustomPrompt="1"/>
          </p:nvPr>
        </p:nvSpPr>
        <p:spPr>
          <a:xfrm>
            <a:off x="9037720" y="2350294"/>
            <a:ext cx="2897188" cy="1925471"/>
          </a:xfrm>
          <a:solidFill>
            <a:srgbClr val="F0F5F5"/>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pic>
        <p:nvPicPr>
          <p:cNvPr id="10" name="Graphic 9">
            <a:extLst>
              <a:ext uri="{FF2B5EF4-FFF2-40B4-BE49-F238E27FC236}">
                <a16:creationId xmlns:a16="http://schemas.microsoft.com/office/drawing/2014/main" id="{A98F7D56-5494-9E8B-E9B5-B9855BBA3E7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Footer Placeholder 1">
            <a:extLst>
              <a:ext uri="{FF2B5EF4-FFF2-40B4-BE49-F238E27FC236}">
                <a16:creationId xmlns:a16="http://schemas.microsoft.com/office/drawing/2014/main" id="{59A5EDB2-562D-ADF7-BD57-16CAE679BF84}"/>
              </a:ext>
            </a:extLst>
          </p:cNvPr>
          <p:cNvSpPr>
            <a:spLocks noGrp="1"/>
          </p:cNvSpPr>
          <p:nvPr>
            <p:ph type="ftr" sz="quarter" idx="27"/>
          </p:nvPr>
        </p:nvSpPr>
        <p:spPr>
          <a:xfrm rot="5400000">
            <a:off x="11055956" y="1394359"/>
            <a:ext cx="1577694"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59AF91A4-DBC4-F221-8F81-9687386D9E80}"/>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14" name="Freeform: Shape 19">
            <a:extLst>
              <a:ext uri="{FF2B5EF4-FFF2-40B4-BE49-F238E27FC236}">
                <a16:creationId xmlns:a16="http://schemas.microsoft.com/office/drawing/2014/main" id="{198F783E-6828-6762-D4DC-473232C048C4}"/>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46483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4" name="Title 3">
            <a:extLst>
              <a:ext uri="{FF2B5EF4-FFF2-40B4-BE49-F238E27FC236}">
                <a16:creationId xmlns:a16="http://schemas.microsoft.com/office/drawing/2014/main" id="{8F6D139A-A29E-7E09-E511-207BE7EFFB58}"/>
              </a:ext>
            </a:extLst>
          </p:cNvPr>
          <p:cNvSpPr>
            <a:spLocks noGrp="1"/>
          </p:cNvSpPr>
          <p:nvPr>
            <p:ph type="title" hasCustomPrompt="1"/>
          </p:nvPr>
        </p:nvSpPr>
        <p:spPr>
          <a:xfrm>
            <a:off x="1168628" y="686317"/>
            <a:ext cx="6727598" cy="3606283"/>
          </a:xfrm>
        </p:spPr>
        <p:txBody>
          <a:bodyPr anchor="t" anchorCtr="0"/>
          <a:lstStyle>
            <a:lvl1pPr>
              <a:defRPr sz="3600" b="0">
                <a:latin typeface="Messina Modern Book" pitchFamily="50" charset="0"/>
              </a:defRPr>
            </a:lvl1pPr>
          </a:lstStyle>
          <a:p>
            <a:r>
              <a:rPr lang="en-GB" dirty="0"/>
              <a:t>Click to insert a smart quote or other thoughtful piece of text. Paste text without formatting (PC: </a:t>
            </a:r>
            <a:r>
              <a:rPr lang="en-GB" dirty="0" err="1"/>
              <a:t>ctrl+shift+v</a:t>
            </a:r>
            <a:r>
              <a:rPr lang="en-GB" dirty="0"/>
              <a:t> / Mac: </a:t>
            </a:r>
            <a:r>
              <a:rPr lang="en-GB" dirty="0" err="1"/>
              <a:t>shift+opt+cmd+v</a:t>
            </a:r>
            <a:r>
              <a:rPr lang="en-GB" dirty="0"/>
              <a:t>)</a:t>
            </a:r>
            <a:br>
              <a:rPr lang="en-GB" dirty="0"/>
            </a:br>
            <a:br>
              <a:rPr lang="en-GB" dirty="0"/>
            </a:br>
            <a:endParaRPr lang="fi-FI" dirty="0"/>
          </a:p>
        </p:txBody>
      </p:sp>
      <p:sp>
        <p:nvSpPr>
          <p:cNvPr id="9" name="Title 2">
            <a:extLst>
              <a:ext uri="{FF2B5EF4-FFF2-40B4-BE49-F238E27FC236}">
                <a16:creationId xmlns:a16="http://schemas.microsoft.com/office/drawing/2014/main" id="{4B0A7896-170E-1B46-1E78-3898CCFBD6DA}"/>
              </a:ext>
              <a:ext uri="{C183D7F6-B498-43B3-948B-1728B52AA6E4}">
                <adec:decorative xmlns:adec="http://schemas.microsoft.com/office/drawing/2017/decorative" val="1"/>
              </a:ext>
            </a:extLst>
          </p:cNvPr>
          <p:cNvSpPr txBox="1">
            <a:spLocks/>
          </p:cNvSpPr>
          <p:nvPr userDrawn="1"/>
        </p:nvSpPr>
        <p:spPr>
          <a:xfrm>
            <a:off x="395209" y="-73360"/>
            <a:ext cx="703711" cy="1080000"/>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600" b="1" i="0" kern="1200" spc="-100" baseline="0">
                <a:solidFill>
                  <a:srgbClr val="0F3D51"/>
                </a:solidFill>
                <a:latin typeface="Cadiz Trial SemiBold" pitchFamily="2" charset="0"/>
                <a:ea typeface="+mj-ea"/>
                <a:cs typeface="+mj-cs"/>
              </a:defRPr>
            </a:lvl1pPr>
          </a:lstStyle>
          <a:p>
            <a:r>
              <a:rPr lang="en-FI" sz="9600" b="0" dirty="0">
                <a:solidFill>
                  <a:srgbClr val="D3E3E5"/>
                </a:solidFill>
                <a:latin typeface="Cadiz Book" pitchFamily="2" charset="77"/>
              </a:rPr>
              <a:t>,,</a:t>
            </a:r>
          </a:p>
        </p:txBody>
      </p:sp>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6" name="Freeform: Shape 19">
            <a:extLst>
              <a:ext uri="{FF2B5EF4-FFF2-40B4-BE49-F238E27FC236}">
                <a16:creationId xmlns:a16="http://schemas.microsoft.com/office/drawing/2014/main" id="{983EB745-2035-FF51-5DF8-8B665816EE2C}"/>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7" name="Picture Placeholder 3">
            <a:extLst>
              <a:ext uri="{FF2B5EF4-FFF2-40B4-BE49-F238E27FC236}">
                <a16:creationId xmlns:a16="http://schemas.microsoft.com/office/drawing/2014/main" id="{512A67CF-63D1-C66A-5621-053C2A35E702}"/>
              </a:ext>
            </a:extLst>
          </p:cNvPr>
          <p:cNvSpPr>
            <a:spLocks noGrp="1"/>
          </p:cNvSpPr>
          <p:nvPr>
            <p:ph type="pic" sz="quarter" idx="17" hasCustomPrompt="1"/>
          </p:nvPr>
        </p:nvSpPr>
        <p:spPr>
          <a:xfrm>
            <a:off x="8739451" y="4018723"/>
            <a:ext cx="2210218" cy="2014873"/>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anchor="ctr"/>
          <a:lstStyle>
            <a:lvl1pPr marL="7937" indent="0" algn="ctr">
              <a:buNone/>
              <a:defRPr/>
            </a:lvl1pPr>
          </a:lstStyle>
          <a:p>
            <a:r>
              <a:rPr lang="en-FI" dirty="0"/>
              <a:t>Use if you want images in the cricle, otherwise delete</a:t>
            </a:r>
          </a:p>
        </p:txBody>
      </p:sp>
    </p:spTree>
    <p:extLst>
      <p:ext uri="{BB962C8B-B14F-4D97-AF65-F5344CB8AC3E}">
        <p14:creationId xmlns:p14="http://schemas.microsoft.com/office/powerpoint/2010/main" val="41126324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Break Title dark blue">
    <p:bg>
      <p:bgPr>
        <a:solidFill>
          <a:srgbClr val="0F3D5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0800000">
            <a:off x="1200599" y="1100194"/>
            <a:ext cx="5486411" cy="4657613"/>
          </a:xfrm>
          <a:prstGeom prst="rect">
            <a:avLst/>
          </a:prstGeom>
        </p:spPr>
      </p:pic>
      <p:sp>
        <p:nvSpPr>
          <p:cNvPr id="2" name="Title 1">
            <a:extLst>
              <a:ext uri="{FF2B5EF4-FFF2-40B4-BE49-F238E27FC236}">
                <a16:creationId xmlns:a16="http://schemas.microsoft.com/office/drawing/2014/main" id="{7FC2B66C-034E-43F0-9710-7A600ADAC327}"/>
              </a:ext>
            </a:extLst>
          </p:cNvPr>
          <p:cNvSpPr>
            <a:spLocks noGrp="1"/>
          </p:cNvSpPr>
          <p:nvPr>
            <p:ph type="title" hasCustomPrompt="1"/>
          </p:nvPr>
        </p:nvSpPr>
        <p:spPr>
          <a:xfrm>
            <a:off x="679141" y="906651"/>
            <a:ext cx="7355841" cy="2802804"/>
          </a:xfrm>
          <a:prstGeom prst="rect">
            <a:avLst/>
          </a:prstGeom>
        </p:spPr>
        <p:txBody>
          <a:bodyPr anchor="b" anchorCtr="0"/>
          <a:lstStyle>
            <a:lvl1pPr algn="l">
              <a:lnSpc>
                <a:spcPct val="85000"/>
              </a:lnSpc>
              <a:defRPr sz="6000" b="0" i="0" spc="-100" baseline="0">
                <a:solidFill>
                  <a:schemeClr val="bg1"/>
                </a:solidFill>
                <a:latin typeface="Messina Modern Book" pitchFamily="50" charset="0"/>
              </a:defRPr>
            </a:lvl1pPr>
          </a:lstStyle>
          <a:p>
            <a:r>
              <a:rPr lang="en-US" noProof="0"/>
              <a:t>Click to insert section title</a:t>
            </a:r>
            <a:endParaRPr lang="en-GB" noProof="0"/>
          </a:p>
        </p:txBody>
      </p:sp>
      <p:sp>
        <p:nvSpPr>
          <p:cNvPr id="6" name="Text Placeholder 3">
            <a:extLst>
              <a:ext uri="{FF2B5EF4-FFF2-40B4-BE49-F238E27FC236}">
                <a16:creationId xmlns:a16="http://schemas.microsoft.com/office/drawing/2014/main" id="{EA8A50F4-B485-AC73-7947-356CB76D61BA}"/>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8549" y="4002069"/>
            <a:ext cx="8069938" cy="1778883"/>
          </a:xfrm>
          <a:prstGeom prst="rect">
            <a:avLst/>
          </a:prstGeom>
        </p:spPr>
        <p:txBody>
          <a:bodyPr lIns="0" tIns="0" rIns="0" bIns="0">
            <a:noAutofit/>
          </a:bodyPr>
          <a:lstStyle>
            <a:lvl1pPr marL="0" indent="0" algn="l">
              <a:buNone/>
              <a:defRPr sz="2400" b="0" i="0" spc="-5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3" name="Footer Placeholder 2">
            <a:extLst>
              <a:ext uri="{FF2B5EF4-FFF2-40B4-BE49-F238E27FC236}">
                <a16:creationId xmlns:a16="http://schemas.microsoft.com/office/drawing/2014/main" id="{0ECCC90E-227E-66D3-6412-7BA061F245A7}"/>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F8C73F0C-6CFB-787C-B431-905FFF9BE5AC}"/>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627FE3E7-1EE6-AEF5-F509-9A4D3778F514}"/>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28053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nodeType="with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wipe(down)">
                                      <p:cBhvr>
                                        <p:cTn id="16"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tmplLst>
          <p:tmpl lvl="1">
            <p:tnLst>
              <p:par>
                <p:cTn presetID="22" presetClass="entr" presetSubtype="4"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down)">
                      <p:cBhvr>
                        <p:cTn dur="500"/>
                        <p:tgtEl>
                          <p:spTgt spid="7"/>
                        </p:tgtEl>
                      </p:cBhvr>
                    </p:animEffect>
                  </p:childTnLst>
                </p:cTn>
              </p:par>
            </p:tnLst>
          </p:tmpl>
        </p:tmplLst>
      </p:bldP>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Break Title orange">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074C55-DA8E-4B68-6F89-2B72EDE5C898}"/>
              </a:ext>
            </a:extLst>
          </p:cNvPr>
          <p:cNvSpPr/>
          <p:nvPr userDrawn="1"/>
        </p:nvSpPr>
        <p:spPr>
          <a:xfrm>
            <a:off x="101600" y="6553245"/>
            <a:ext cx="721360" cy="304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dirty="0"/>
          </a:p>
        </p:txBody>
      </p:sp>
      <p:pic>
        <p:nvPicPr>
          <p:cNvPr id="6" name="Graphic 5">
            <a:extLst>
              <a:ext uri="{FF2B5EF4-FFF2-40B4-BE49-F238E27FC236}">
                <a16:creationId xmlns:a16="http://schemas.microsoft.com/office/drawing/2014/main" id="{D2117575-1AAE-9278-3208-D40D98C31867}"/>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25"/>
          <a:stretch/>
        </p:blipFill>
        <p:spPr>
          <a:xfrm rot="10800000">
            <a:off x="5430176" y="1936417"/>
            <a:ext cx="5548321" cy="5230501"/>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9" name="Title 1">
            <a:extLst>
              <a:ext uri="{FF2B5EF4-FFF2-40B4-BE49-F238E27FC236}">
                <a16:creationId xmlns:a16="http://schemas.microsoft.com/office/drawing/2014/main" id="{86DBA7AC-600C-63B2-C2BA-F7BCF2E2DE83}"/>
              </a:ext>
            </a:extLst>
          </p:cNvPr>
          <p:cNvSpPr>
            <a:spLocks noGrp="1"/>
          </p:cNvSpPr>
          <p:nvPr>
            <p:ph type="title" hasCustomPrompt="1"/>
          </p:nvPr>
        </p:nvSpPr>
        <p:spPr>
          <a:xfrm>
            <a:off x="679141" y="902750"/>
            <a:ext cx="7355841" cy="2806705"/>
          </a:xfrm>
          <a:prstGeom prst="rect">
            <a:avLst/>
          </a:prstGeom>
        </p:spPr>
        <p:txBody>
          <a:bodyPr anchor="b" anchorCtr="0"/>
          <a:lstStyle>
            <a:lvl1pPr algn="l">
              <a:lnSpc>
                <a:spcPct val="85000"/>
              </a:lnSpc>
              <a:defRPr sz="6000" b="0" i="0" spc="-100" baseline="0">
                <a:solidFill>
                  <a:schemeClr val="bg1"/>
                </a:solidFill>
                <a:latin typeface="Messina Modern Book" pitchFamily="50" charset="0"/>
              </a:defRPr>
            </a:lvl1pPr>
          </a:lstStyle>
          <a:p>
            <a:r>
              <a:rPr lang="en-US" noProof="0"/>
              <a:t>Click to insert section title</a:t>
            </a:r>
            <a:endParaRPr lang="en-GB" noProof="0"/>
          </a:p>
        </p:txBody>
      </p:sp>
      <p:sp>
        <p:nvSpPr>
          <p:cNvPr id="10" name="Text Placeholder 72">
            <a:extLst>
              <a:ext uri="{FF2B5EF4-FFF2-40B4-BE49-F238E27FC236}">
                <a16:creationId xmlns:a16="http://schemas.microsoft.com/office/drawing/2014/main" id="{C10B6C09-118D-8683-AB10-5A06BFF16E45}"/>
              </a:ext>
            </a:extLst>
          </p:cNvPr>
          <p:cNvSpPr>
            <a:spLocks noGrp="1"/>
          </p:cNvSpPr>
          <p:nvPr>
            <p:ph type="body" sz="quarter" idx="14" hasCustomPrompt="1"/>
          </p:nvPr>
        </p:nvSpPr>
        <p:spPr>
          <a:xfrm>
            <a:off x="698549" y="4002069"/>
            <a:ext cx="8069938" cy="1778883"/>
          </a:xfrm>
          <a:prstGeom prst="rect">
            <a:avLst/>
          </a:prstGeom>
        </p:spPr>
        <p:txBody>
          <a:bodyPr lIns="0" tIns="0" rIns="0" bIns="0">
            <a:noAutofit/>
          </a:bodyPr>
          <a:lstStyle>
            <a:lvl1pPr marL="0" indent="0" algn="l">
              <a:buNone/>
              <a:defRPr sz="2400" b="0" i="0" spc="-5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p:txBody>
      </p:sp>
      <p:sp>
        <p:nvSpPr>
          <p:cNvPr id="4" name="Text Placeholder 3">
            <a:extLst>
              <a:ext uri="{FF2B5EF4-FFF2-40B4-BE49-F238E27FC236}">
                <a16:creationId xmlns:a16="http://schemas.microsoft.com/office/drawing/2014/main" id="{61C75A99-E3A9-7A51-1DB3-50793DEA3B1D}"/>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accent4"/>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28228D9C-8C46-3E64-081E-2CD18776F52E}"/>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0306F958-46CE-9A86-630D-B06207B394FE}"/>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5" name="Freeform: Shape 19">
            <a:extLst>
              <a:ext uri="{FF2B5EF4-FFF2-40B4-BE49-F238E27FC236}">
                <a16:creationId xmlns:a16="http://schemas.microsoft.com/office/drawing/2014/main" id="{D8471030-33C6-1AE9-85DC-DEAC4008931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accent4"/>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87789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6"/>
                                        </p:tgtEl>
                                        <p:attrNameLst>
                                          <p:attrName>r</p:attrName>
                                        </p:attrNameLst>
                                      </p:cBhvr>
                                    </p:animRot>
                                    <p:animRot by="-240000">
                                      <p:cBhvr>
                                        <p:cTn id="7" dur="600" fill="hold">
                                          <p:stCondLst>
                                            <p:cond delay="600"/>
                                          </p:stCondLst>
                                        </p:cTn>
                                        <p:tgtEl>
                                          <p:spTgt spid="6"/>
                                        </p:tgtEl>
                                        <p:attrNameLst>
                                          <p:attrName>r</p:attrName>
                                        </p:attrNameLst>
                                      </p:cBhvr>
                                    </p:animRot>
                                    <p:animRot by="240000">
                                      <p:cBhvr>
                                        <p:cTn id="8" dur="600" fill="hold">
                                          <p:stCondLst>
                                            <p:cond delay="1200"/>
                                          </p:stCondLst>
                                        </p:cTn>
                                        <p:tgtEl>
                                          <p:spTgt spid="6"/>
                                        </p:tgtEl>
                                        <p:attrNameLst>
                                          <p:attrName>r</p:attrName>
                                        </p:attrNameLst>
                                      </p:cBhvr>
                                    </p:animRot>
                                    <p:animRot by="-240000">
                                      <p:cBhvr>
                                        <p:cTn id="9" dur="600" fill="hold">
                                          <p:stCondLst>
                                            <p:cond delay="1800"/>
                                          </p:stCondLst>
                                        </p:cTn>
                                        <p:tgtEl>
                                          <p:spTgt spid="6"/>
                                        </p:tgtEl>
                                        <p:attrNameLst>
                                          <p:attrName>r</p:attrName>
                                        </p:attrNameLst>
                                      </p:cBhvr>
                                    </p:animRot>
                                    <p:animRot by="120000">
                                      <p:cBhvr>
                                        <p:cTn id="10" dur="600" fill="hold">
                                          <p:stCondLst>
                                            <p:cond delay="2400"/>
                                          </p:stCondLst>
                                        </p:cTn>
                                        <p:tgtEl>
                                          <p:spTgt spid="6"/>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wipe(down)">
                                      <p:cBhvr>
                                        <p:cTn id="16"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p">
        <p:tmplLst>
          <p:tmpl lvl="1">
            <p:tnLst>
              <p:par>
                <p:cTn presetID="2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down)">
                      <p:cBhvr>
                        <p:cTn dur="500"/>
                        <p:tgtEl>
                          <p:spTgt spid="10"/>
                        </p:tgtEl>
                      </p:cBhvr>
                    </p:animEffec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Break Title digital blue">
    <p:bg>
      <p:bgPr>
        <a:solidFill>
          <a:schemeClr val="accent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345CF01-54FF-70F9-2152-94A43BC1320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681586">
            <a:off x="927722" y="999395"/>
            <a:ext cx="3832707" cy="4074577"/>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5" name="Title 1">
            <a:extLst>
              <a:ext uri="{FF2B5EF4-FFF2-40B4-BE49-F238E27FC236}">
                <a16:creationId xmlns:a16="http://schemas.microsoft.com/office/drawing/2014/main" id="{C6B956B7-C048-03E5-D14D-B648F1D8884A}"/>
              </a:ext>
            </a:extLst>
          </p:cNvPr>
          <p:cNvSpPr>
            <a:spLocks noGrp="1"/>
          </p:cNvSpPr>
          <p:nvPr>
            <p:ph type="title" hasCustomPrompt="1"/>
          </p:nvPr>
        </p:nvSpPr>
        <p:spPr>
          <a:xfrm>
            <a:off x="679141" y="739366"/>
            <a:ext cx="7355841" cy="2970089"/>
          </a:xfrm>
          <a:prstGeom prst="rect">
            <a:avLst/>
          </a:prstGeom>
        </p:spPr>
        <p:txBody>
          <a:bodyPr anchor="b" anchorCtr="0"/>
          <a:lstStyle>
            <a:lvl1pPr algn="l">
              <a:lnSpc>
                <a:spcPct val="85000"/>
              </a:lnSpc>
              <a:defRPr sz="6000" b="0" i="0" spc="-100" baseline="0">
                <a:solidFill>
                  <a:schemeClr val="bg1"/>
                </a:solidFill>
                <a:latin typeface="Messina Modern Book" pitchFamily="50" charset="0"/>
              </a:defRPr>
            </a:lvl1pPr>
          </a:lstStyle>
          <a:p>
            <a:r>
              <a:rPr lang="en-US" noProof="0"/>
              <a:t>Click to insert section title</a:t>
            </a:r>
            <a:endParaRPr lang="en-GB" noProof="0"/>
          </a:p>
        </p:txBody>
      </p:sp>
      <p:sp>
        <p:nvSpPr>
          <p:cNvPr id="6" name="Text Placeholder 72">
            <a:extLst>
              <a:ext uri="{FF2B5EF4-FFF2-40B4-BE49-F238E27FC236}">
                <a16:creationId xmlns:a16="http://schemas.microsoft.com/office/drawing/2014/main" id="{C0C78889-6C9E-C16B-5B5A-CB07107DF5D1}"/>
              </a:ext>
            </a:extLst>
          </p:cNvPr>
          <p:cNvSpPr>
            <a:spLocks noGrp="1"/>
          </p:cNvSpPr>
          <p:nvPr>
            <p:ph type="body" sz="quarter" idx="14" hasCustomPrompt="1"/>
          </p:nvPr>
        </p:nvSpPr>
        <p:spPr>
          <a:xfrm>
            <a:off x="698549" y="4002069"/>
            <a:ext cx="8069938" cy="1778883"/>
          </a:xfrm>
          <a:prstGeom prst="rect">
            <a:avLst/>
          </a:prstGeom>
        </p:spPr>
        <p:txBody>
          <a:bodyPr lIns="0" tIns="0" rIns="0" bIns="0">
            <a:noAutofit/>
          </a:bodyPr>
          <a:lstStyle>
            <a:lvl1pPr marL="0" indent="0" algn="l">
              <a:buNone/>
              <a:defRPr sz="2400" b="0" i="0" spc="-5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p:txBody>
      </p:sp>
      <p:sp>
        <p:nvSpPr>
          <p:cNvPr id="7" name="Text Placeholder 3">
            <a:extLst>
              <a:ext uri="{FF2B5EF4-FFF2-40B4-BE49-F238E27FC236}">
                <a16:creationId xmlns:a16="http://schemas.microsoft.com/office/drawing/2014/main" id="{3B28F522-CBE1-3A6F-E5E2-C873F6AFD3C6}"/>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92B1B8"/>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DBFC3CB3-CD47-81A3-66FB-5E7BAB6A15EF}"/>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544EFE6D-194A-F921-D609-1EEA2BD0206F}"/>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50F16086-A182-4780-8856-DB66DD4AB541}"/>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8300"/>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17028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3"/>
                                        </p:tgtEl>
                                        <p:attrNameLst>
                                          <p:attrName>r</p:attrName>
                                        </p:attrNameLst>
                                      </p:cBhvr>
                                    </p:animRot>
                                    <p:animRot by="-240000">
                                      <p:cBhvr>
                                        <p:cTn id="7" dur="600" fill="hold">
                                          <p:stCondLst>
                                            <p:cond delay="600"/>
                                          </p:stCondLst>
                                        </p:cTn>
                                        <p:tgtEl>
                                          <p:spTgt spid="3"/>
                                        </p:tgtEl>
                                        <p:attrNameLst>
                                          <p:attrName>r</p:attrName>
                                        </p:attrNameLst>
                                      </p:cBhvr>
                                    </p:animRot>
                                    <p:animRot by="240000">
                                      <p:cBhvr>
                                        <p:cTn id="8" dur="600" fill="hold">
                                          <p:stCondLst>
                                            <p:cond delay="1200"/>
                                          </p:stCondLst>
                                        </p:cTn>
                                        <p:tgtEl>
                                          <p:spTgt spid="3"/>
                                        </p:tgtEl>
                                        <p:attrNameLst>
                                          <p:attrName>r</p:attrName>
                                        </p:attrNameLst>
                                      </p:cBhvr>
                                    </p:animRot>
                                    <p:animRot by="-240000">
                                      <p:cBhvr>
                                        <p:cTn id="9" dur="600" fill="hold">
                                          <p:stCondLst>
                                            <p:cond delay="1800"/>
                                          </p:stCondLst>
                                        </p:cTn>
                                        <p:tgtEl>
                                          <p:spTgt spid="3"/>
                                        </p:tgtEl>
                                        <p:attrNameLst>
                                          <p:attrName>r</p:attrName>
                                        </p:attrNameLst>
                                      </p:cBhvr>
                                    </p:animRot>
                                    <p:animRot by="120000">
                                      <p:cBhvr>
                                        <p:cTn id="10" dur="600" fill="hold">
                                          <p:stCondLst>
                                            <p:cond delay="2400"/>
                                          </p:stCondLst>
                                        </p:cTn>
                                        <p:tgtEl>
                                          <p:spTgt spid="3"/>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down)">
                                      <p:cBhvr>
                                        <p:cTn id="16"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Title whit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5978D6A-2773-EB22-18C1-1D0D973393C2}"/>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20"/>
          <a:stretch/>
        </p:blipFill>
        <p:spPr>
          <a:xfrm>
            <a:off x="4701210" y="-564543"/>
            <a:ext cx="6360462" cy="6428629"/>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5" name="Title 1">
            <a:extLst>
              <a:ext uri="{FF2B5EF4-FFF2-40B4-BE49-F238E27FC236}">
                <a16:creationId xmlns:a16="http://schemas.microsoft.com/office/drawing/2014/main" id="{C6B956B7-C048-03E5-D14D-B648F1D8884A}"/>
              </a:ext>
            </a:extLst>
          </p:cNvPr>
          <p:cNvSpPr>
            <a:spLocks noGrp="1"/>
          </p:cNvSpPr>
          <p:nvPr>
            <p:ph type="title" hasCustomPrompt="1"/>
          </p:nvPr>
        </p:nvSpPr>
        <p:spPr>
          <a:xfrm>
            <a:off x="679141" y="739366"/>
            <a:ext cx="7355841" cy="2970089"/>
          </a:xfrm>
          <a:prstGeom prst="rect">
            <a:avLst/>
          </a:prstGeom>
        </p:spPr>
        <p:txBody>
          <a:bodyPr anchor="b" anchorCtr="0"/>
          <a:lstStyle>
            <a:lvl1pPr algn="l">
              <a:lnSpc>
                <a:spcPct val="85000"/>
              </a:lnSpc>
              <a:defRPr sz="6000" b="0" i="0" spc="-100" baseline="0">
                <a:solidFill>
                  <a:schemeClr val="tx1"/>
                </a:solidFill>
                <a:latin typeface="Messina Modern Book" pitchFamily="50" charset="0"/>
              </a:defRPr>
            </a:lvl1pPr>
          </a:lstStyle>
          <a:p>
            <a:r>
              <a:rPr lang="en-US" noProof="0"/>
              <a:t>Click to insert section title</a:t>
            </a:r>
            <a:endParaRPr lang="en-GB" noProof="0"/>
          </a:p>
        </p:txBody>
      </p:sp>
      <p:sp>
        <p:nvSpPr>
          <p:cNvPr id="6" name="Text Placeholder 72">
            <a:extLst>
              <a:ext uri="{FF2B5EF4-FFF2-40B4-BE49-F238E27FC236}">
                <a16:creationId xmlns:a16="http://schemas.microsoft.com/office/drawing/2014/main" id="{C0C78889-6C9E-C16B-5B5A-CB07107DF5D1}"/>
              </a:ext>
            </a:extLst>
          </p:cNvPr>
          <p:cNvSpPr>
            <a:spLocks noGrp="1"/>
          </p:cNvSpPr>
          <p:nvPr>
            <p:ph type="body" sz="quarter" idx="14" hasCustomPrompt="1"/>
          </p:nvPr>
        </p:nvSpPr>
        <p:spPr>
          <a:xfrm>
            <a:off x="690457" y="4002069"/>
            <a:ext cx="8069938" cy="1778883"/>
          </a:xfrm>
          <a:prstGeom prst="rect">
            <a:avLst/>
          </a:prstGeom>
        </p:spPr>
        <p:txBody>
          <a:bodyPr lIns="0" tIns="0" rIns="0" bIns="0">
            <a:noAutofit/>
          </a:bodyPr>
          <a:lstStyle>
            <a:lvl1pPr marL="0" indent="0" algn="l">
              <a:buNone/>
              <a:defRPr sz="2400" b="0" i="0" spc="-5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7" name="Text Placeholder 3">
            <a:extLst>
              <a:ext uri="{FF2B5EF4-FFF2-40B4-BE49-F238E27FC236}">
                <a16:creationId xmlns:a16="http://schemas.microsoft.com/office/drawing/2014/main" id="{F658E970-19F7-497E-2C26-CA6F94EFFD32}"/>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92B1B8"/>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AB994EF9-C567-1851-894C-87832E6E127D}"/>
              </a:ext>
            </a:extLst>
          </p:cNvPr>
          <p:cNvSpPr>
            <a:spLocks noGrp="1"/>
          </p:cNvSpPr>
          <p:nvPr>
            <p:ph type="ftr" sz="quarter" idx="15"/>
          </p:nvPr>
        </p:nvSpPr>
        <p:spPr/>
        <p:txBody>
          <a:bodyPr/>
          <a:lstStyle/>
          <a:p>
            <a:r>
              <a:rPr lang="fi-FI"/>
              <a:t>CONFIDENTIAL</a:t>
            </a:r>
          </a:p>
        </p:txBody>
      </p:sp>
      <p:sp>
        <p:nvSpPr>
          <p:cNvPr id="3" name="Slide Number Placeholder 2">
            <a:extLst>
              <a:ext uri="{FF2B5EF4-FFF2-40B4-BE49-F238E27FC236}">
                <a16:creationId xmlns:a16="http://schemas.microsoft.com/office/drawing/2014/main" id="{2AEBEB4B-A6CC-AEF1-51E4-34F13E061EF3}"/>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A977B46D-D555-A687-3ECB-C17E1FFA354A}"/>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37741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4"/>
                                        </p:tgtEl>
                                        <p:attrNameLst>
                                          <p:attrName>r</p:attrName>
                                        </p:attrNameLst>
                                      </p:cBhvr>
                                    </p:animRot>
                                    <p:animRot by="-240000">
                                      <p:cBhvr>
                                        <p:cTn id="7" dur="600" fill="hold">
                                          <p:stCondLst>
                                            <p:cond delay="600"/>
                                          </p:stCondLst>
                                        </p:cTn>
                                        <p:tgtEl>
                                          <p:spTgt spid="4"/>
                                        </p:tgtEl>
                                        <p:attrNameLst>
                                          <p:attrName>r</p:attrName>
                                        </p:attrNameLst>
                                      </p:cBhvr>
                                    </p:animRot>
                                    <p:animRot by="240000">
                                      <p:cBhvr>
                                        <p:cTn id="8" dur="600" fill="hold">
                                          <p:stCondLst>
                                            <p:cond delay="1200"/>
                                          </p:stCondLst>
                                        </p:cTn>
                                        <p:tgtEl>
                                          <p:spTgt spid="4"/>
                                        </p:tgtEl>
                                        <p:attrNameLst>
                                          <p:attrName>r</p:attrName>
                                        </p:attrNameLst>
                                      </p:cBhvr>
                                    </p:animRot>
                                    <p:animRot by="-240000">
                                      <p:cBhvr>
                                        <p:cTn id="9" dur="600" fill="hold">
                                          <p:stCondLst>
                                            <p:cond delay="1800"/>
                                          </p:stCondLst>
                                        </p:cTn>
                                        <p:tgtEl>
                                          <p:spTgt spid="4"/>
                                        </p:tgtEl>
                                        <p:attrNameLst>
                                          <p:attrName>r</p:attrName>
                                        </p:attrNameLst>
                                      </p:cBhvr>
                                    </p:animRot>
                                    <p:animRot by="120000">
                                      <p:cBhvr>
                                        <p:cTn id="10" dur="600" fill="hold">
                                          <p:stCondLst>
                                            <p:cond delay="2400"/>
                                          </p:stCondLst>
                                        </p:cTn>
                                        <p:tgtEl>
                                          <p:spTgt spid="4"/>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down)">
                                      <p:cBhvr>
                                        <p:cTn id="16"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ighlight / quote grey">
    <p:bg>
      <p:bgPr>
        <a:solidFill>
          <a:schemeClr val="tx2"/>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556675">
            <a:off x="7911456" y="4509491"/>
            <a:ext cx="2897629" cy="2551760"/>
          </a:xfrm>
          <a:prstGeom prst="rect">
            <a:avLst/>
          </a:prstGeom>
        </p:spPr>
      </p:pic>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a:p>
            <a:pPr lvl="0"/>
            <a:endParaRPr lang="en-GB" noProof="0" dirty="0"/>
          </a:p>
        </p:txBody>
      </p:sp>
      <p:sp>
        <p:nvSpPr>
          <p:cNvPr id="4" name="Text Placeholder 3">
            <a:extLst>
              <a:ext uri="{FF2B5EF4-FFF2-40B4-BE49-F238E27FC236}">
                <a16:creationId xmlns:a16="http://schemas.microsoft.com/office/drawing/2014/main" id="{EE180229-46F3-8DA8-D554-0B18CC677632}"/>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92B1B8"/>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D44E12D1-F8CC-5FD5-0145-73699BB70ADD}"/>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89EA3A73-4BBB-F86E-B571-FF34F51EFF3A}"/>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6" name="Freeform: Shape 19">
            <a:extLst>
              <a:ext uri="{FF2B5EF4-FFF2-40B4-BE49-F238E27FC236}">
                <a16:creationId xmlns:a16="http://schemas.microsoft.com/office/drawing/2014/main" id="{D91EAE5D-6511-5CAA-05B5-6F06BF4B7DFA}"/>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0369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down)">
                                      <p:cBhvr>
                                        <p:cTn id="13" dur="3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4"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down)">
                      <p:cBhvr>
                        <p:cTn dur="300"/>
                        <p:tgtEl>
                          <p:spTgt spid="7"/>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ighlight / quote salmon">
    <p:bg>
      <p:bgPr>
        <a:solidFill>
          <a:schemeClr val="accent4"/>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345CF01-54FF-70F9-2152-94A43BC1320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681586">
            <a:off x="469471" y="620713"/>
            <a:ext cx="3832707" cy="4074577"/>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6" name="Text Placeholder 72">
            <a:extLst>
              <a:ext uri="{FF2B5EF4-FFF2-40B4-BE49-F238E27FC236}">
                <a16:creationId xmlns:a16="http://schemas.microsoft.com/office/drawing/2014/main" id="{CF89234D-9B2F-0C05-7372-971512CFC7A0}"/>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a:p>
            <a:pPr lvl="0"/>
            <a:endParaRPr lang="en-GB" noProof="0" dirty="0"/>
          </a:p>
        </p:txBody>
      </p:sp>
      <p:sp>
        <p:nvSpPr>
          <p:cNvPr id="5" name="Text Placeholder 3">
            <a:extLst>
              <a:ext uri="{FF2B5EF4-FFF2-40B4-BE49-F238E27FC236}">
                <a16:creationId xmlns:a16="http://schemas.microsoft.com/office/drawing/2014/main" id="{C355CD65-624A-CFDF-202D-0AA7C876C7FA}"/>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accent5"/>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FE6AAC84-D8E4-709E-3887-549A55BC0B92}"/>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E1EAEE0-91B2-134A-2090-2D8D0FB42CB7}"/>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6E817F81-032E-C941-5B75-6086268D5DB7}"/>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54614"/>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415541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3"/>
                                        </p:tgtEl>
                                        <p:attrNameLst>
                                          <p:attrName>r</p:attrName>
                                        </p:attrNameLst>
                                      </p:cBhvr>
                                    </p:animRot>
                                    <p:animRot by="-240000">
                                      <p:cBhvr>
                                        <p:cTn id="7" dur="600" fill="hold">
                                          <p:stCondLst>
                                            <p:cond delay="600"/>
                                          </p:stCondLst>
                                        </p:cTn>
                                        <p:tgtEl>
                                          <p:spTgt spid="3"/>
                                        </p:tgtEl>
                                        <p:attrNameLst>
                                          <p:attrName>r</p:attrName>
                                        </p:attrNameLst>
                                      </p:cBhvr>
                                    </p:animRot>
                                    <p:animRot by="240000">
                                      <p:cBhvr>
                                        <p:cTn id="8" dur="600" fill="hold">
                                          <p:stCondLst>
                                            <p:cond delay="1200"/>
                                          </p:stCondLst>
                                        </p:cTn>
                                        <p:tgtEl>
                                          <p:spTgt spid="3"/>
                                        </p:tgtEl>
                                        <p:attrNameLst>
                                          <p:attrName>r</p:attrName>
                                        </p:attrNameLst>
                                      </p:cBhvr>
                                    </p:animRot>
                                    <p:animRot by="-240000">
                                      <p:cBhvr>
                                        <p:cTn id="9" dur="600" fill="hold">
                                          <p:stCondLst>
                                            <p:cond delay="1800"/>
                                          </p:stCondLst>
                                        </p:cTn>
                                        <p:tgtEl>
                                          <p:spTgt spid="3"/>
                                        </p:tgtEl>
                                        <p:attrNameLst>
                                          <p:attrName>r</p:attrName>
                                        </p:attrNameLst>
                                      </p:cBhvr>
                                    </p:animRot>
                                    <p:animRot by="120000">
                                      <p:cBhvr>
                                        <p:cTn id="10" dur="600" fill="hold">
                                          <p:stCondLst>
                                            <p:cond delay="2400"/>
                                          </p:stCondLst>
                                        </p:cTn>
                                        <p:tgtEl>
                                          <p:spTgt spid="3"/>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wipe(down)">
                                      <p:cBhvr>
                                        <p:cTn id="13" dur="3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300"/>
                        <p:tgtEl>
                          <p:spTgt spid="6"/>
                        </p:tgtEl>
                      </p:cBhvr>
                    </p:animEffect>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ighlight / quote salmon no circle">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17294" y="215351"/>
            <a:ext cx="262466" cy="289618"/>
          </a:xfrm>
          <a:prstGeom prst="rect">
            <a:avLst/>
          </a:prstGeom>
        </p:spPr>
      </p:pic>
      <p:sp>
        <p:nvSpPr>
          <p:cNvPr id="6" name="Text Placeholder 72">
            <a:extLst>
              <a:ext uri="{FF2B5EF4-FFF2-40B4-BE49-F238E27FC236}">
                <a16:creationId xmlns:a16="http://schemas.microsoft.com/office/drawing/2014/main" id="{CF89234D-9B2F-0C05-7372-971512CFC7A0}"/>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5" name="Text Placeholder 3">
            <a:extLst>
              <a:ext uri="{FF2B5EF4-FFF2-40B4-BE49-F238E27FC236}">
                <a16:creationId xmlns:a16="http://schemas.microsoft.com/office/drawing/2014/main" id="{C355CD65-624A-CFDF-202D-0AA7C876C7FA}"/>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bg1"/>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dirty="0"/>
              <a:t>CLICK TO EDIT SECTION MARKER – WRITE WITH CAPITAL LETTERS</a:t>
            </a:r>
            <a:endParaRPr lang="en-FI"/>
          </a:p>
        </p:txBody>
      </p:sp>
      <p:sp>
        <p:nvSpPr>
          <p:cNvPr id="2" name="Footer Placeholder 1">
            <a:extLst>
              <a:ext uri="{FF2B5EF4-FFF2-40B4-BE49-F238E27FC236}">
                <a16:creationId xmlns:a16="http://schemas.microsoft.com/office/drawing/2014/main" id="{FE6AAC84-D8E4-709E-3887-549A55BC0B92}"/>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E1EAEE0-91B2-134A-2090-2D8D0FB42CB7}"/>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D6F01E5C-85D0-D22B-A200-1C0A8EBEE0F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54614"/>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21257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3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300"/>
                        <p:tgtEl>
                          <p:spTgt spid="6"/>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ighlight / quote ruby">
    <p:bg>
      <p:bgPr>
        <a:solidFill>
          <a:srgbClr val="FF73A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D4DCD2E-2F44-F0DC-31EB-9A3B21A82A4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069576">
            <a:off x="5955282" y="-147538"/>
            <a:ext cx="3881886" cy="3295474"/>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6" name="Text Placeholder 72">
            <a:extLst>
              <a:ext uri="{FF2B5EF4-FFF2-40B4-BE49-F238E27FC236}">
                <a16:creationId xmlns:a16="http://schemas.microsoft.com/office/drawing/2014/main" id="{5E0377FF-49DA-AD9B-3DBD-61EF7E3B1CF0}"/>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Clr>
                <a:srgbClr val="FFC6DA"/>
              </a:buClr>
              <a:buSzPct val="80000"/>
              <a:buFont typeface="Arial" panose="020B0604020202020204" pitchFamily="34" charset="0"/>
              <a:buChar char="•"/>
              <a:tabLst/>
              <a:defRPr sz="3200" b="0" i="0" spc="-6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4" name="Text Placeholder 3">
            <a:extLst>
              <a:ext uri="{FF2B5EF4-FFF2-40B4-BE49-F238E27FC236}">
                <a16:creationId xmlns:a16="http://schemas.microsoft.com/office/drawing/2014/main" id="{0948F888-AFC4-D58D-80C0-5B47F2CA3535}"/>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FFC6DA"/>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0AB3BAD4-65D7-999E-7381-A6867B253CE2}"/>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7167EC4B-79D6-3385-7C8E-CFBAD07D16A4}"/>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DDD6996A-2C21-C065-2C25-17AD4CDF17B3}"/>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54614"/>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9204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5"/>
                                        </p:tgtEl>
                                        <p:attrNameLst>
                                          <p:attrName>r</p:attrName>
                                        </p:attrNameLst>
                                      </p:cBhvr>
                                    </p:animRot>
                                    <p:animRot by="-240000">
                                      <p:cBhvr>
                                        <p:cTn id="7" dur="600" fill="hold">
                                          <p:stCondLst>
                                            <p:cond delay="600"/>
                                          </p:stCondLst>
                                        </p:cTn>
                                        <p:tgtEl>
                                          <p:spTgt spid="5"/>
                                        </p:tgtEl>
                                        <p:attrNameLst>
                                          <p:attrName>r</p:attrName>
                                        </p:attrNameLst>
                                      </p:cBhvr>
                                    </p:animRot>
                                    <p:animRot by="240000">
                                      <p:cBhvr>
                                        <p:cTn id="8" dur="600" fill="hold">
                                          <p:stCondLst>
                                            <p:cond delay="1200"/>
                                          </p:stCondLst>
                                        </p:cTn>
                                        <p:tgtEl>
                                          <p:spTgt spid="5"/>
                                        </p:tgtEl>
                                        <p:attrNameLst>
                                          <p:attrName>r</p:attrName>
                                        </p:attrNameLst>
                                      </p:cBhvr>
                                    </p:animRot>
                                    <p:animRot by="-240000">
                                      <p:cBhvr>
                                        <p:cTn id="9" dur="600" fill="hold">
                                          <p:stCondLst>
                                            <p:cond delay="1800"/>
                                          </p:stCondLst>
                                        </p:cTn>
                                        <p:tgtEl>
                                          <p:spTgt spid="5"/>
                                        </p:tgtEl>
                                        <p:attrNameLst>
                                          <p:attrName>r</p:attrName>
                                        </p:attrNameLst>
                                      </p:cBhvr>
                                    </p:animRot>
                                    <p:animRot by="120000">
                                      <p:cBhvr>
                                        <p:cTn id="10" dur="600" fill="hold">
                                          <p:stCondLst>
                                            <p:cond delay="2400"/>
                                          </p:stCondLst>
                                        </p:cTn>
                                        <p:tgtEl>
                                          <p:spTgt spid="5"/>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wipe(down)">
                                      <p:cBhvr>
                                        <p:cTn id="13" dur="3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300"/>
                        <p:tgtEl>
                          <p:spTgt spid="6"/>
                        </p:tgtEl>
                      </p:cBhvr>
                    </p:animEffect>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or bg headline + content">
    <p:bg>
      <p:bgPr>
        <a:solidFill>
          <a:schemeClr val="tx2"/>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556675">
            <a:off x="8155877" y="660348"/>
            <a:ext cx="2897629" cy="2551760"/>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4" name="Title 1">
            <a:extLst>
              <a:ext uri="{FF2B5EF4-FFF2-40B4-BE49-F238E27FC236}">
                <a16:creationId xmlns:a16="http://schemas.microsoft.com/office/drawing/2014/main" id="{75C2775C-BFA1-6704-DC68-D937008D7FE8}"/>
              </a:ext>
            </a:extLst>
          </p:cNvPr>
          <p:cNvSpPr>
            <a:spLocks noGrp="1"/>
          </p:cNvSpPr>
          <p:nvPr>
            <p:ph type="title"/>
          </p:nvPr>
        </p:nvSpPr>
        <p:spPr>
          <a:xfrm>
            <a:off x="675005" y="620713"/>
            <a:ext cx="9001125" cy="1080000"/>
          </a:xfrm>
          <a:prstGeom prst="rect">
            <a:avLst/>
          </a:prstGeom>
        </p:spPr>
        <p:txBody>
          <a:bodyPr/>
          <a:lstStyle>
            <a:lvl1pPr>
              <a:defRPr>
                <a:solidFill>
                  <a:schemeClr val="bg1"/>
                </a:solidFill>
              </a:defRPr>
            </a:lvl1pPr>
          </a:lstStyle>
          <a:p>
            <a:r>
              <a:rPr lang="en-US"/>
              <a:t>Click to edit Master title style</a:t>
            </a:r>
            <a:endParaRPr lang="en-FI"/>
          </a:p>
        </p:txBody>
      </p:sp>
      <p:sp>
        <p:nvSpPr>
          <p:cNvPr id="6" name="Text Placeholder 3">
            <a:extLst>
              <a:ext uri="{FF2B5EF4-FFF2-40B4-BE49-F238E27FC236}">
                <a16:creationId xmlns:a16="http://schemas.microsoft.com/office/drawing/2014/main" id="{EB747F07-584C-44D4-C964-C0D1A3975512}"/>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bg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7" name="Content Placeholder 6">
            <a:extLst>
              <a:ext uri="{FF2B5EF4-FFF2-40B4-BE49-F238E27FC236}">
                <a16:creationId xmlns:a16="http://schemas.microsoft.com/office/drawing/2014/main" id="{F8B5466E-A97B-2DED-F5C6-FE96DB2709AA}"/>
              </a:ext>
            </a:extLst>
          </p:cNvPr>
          <p:cNvSpPr>
            <a:spLocks noGrp="1"/>
          </p:cNvSpPr>
          <p:nvPr>
            <p:ph sz="quarter" idx="1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bg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5" name="Content Placeholder 6">
            <a:extLst>
              <a:ext uri="{FF2B5EF4-FFF2-40B4-BE49-F238E27FC236}">
                <a16:creationId xmlns:a16="http://schemas.microsoft.com/office/drawing/2014/main" id="{068EBEA5-7C2B-7AFA-356B-9BE59C2D5450}"/>
              </a:ext>
            </a:extLst>
          </p:cNvPr>
          <p:cNvSpPr>
            <a:spLocks noGrp="1"/>
          </p:cNvSpPr>
          <p:nvPr>
            <p:ph sz="quarter" idx="10" hasCustomPrompt="1"/>
          </p:nvPr>
        </p:nvSpPr>
        <p:spPr>
          <a:xfrm>
            <a:off x="695325" y="2260600"/>
            <a:ext cx="7200900" cy="3991822"/>
          </a:xfrm>
          <a:prstGeom prst="rect">
            <a:avLst/>
          </a:prstGeom>
        </p:spPr>
        <p:txBody>
          <a:bodyPr lIns="0" tIns="0" rIns="0" bIns="0"/>
          <a:lstStyle>
            <a:lvl1pPr>
              <a:buClr>
                <a:srgbClr val="F7673B"/>
              </a:buClr>
              <a:defRPr b="0" i="0" spc="-30" baseline="0">
                <a:solidFill>
                  <a:schemeClr val="bg1"/>
                </a:solidFill>
                <a:latin typeface="+mn-lt"/>
              </a:defRPr>
            </a:lvl1pPr>
            <a:lvl2pPr marL="317500" indent="-139700">
              <a:buClr>
                <a:srgbClr val="F7673B"/>
              </a:buClr>
              <a:tabLst/>
              <a:defRPr b="0" i="0" spc="-30" baseline="0">
                <a:solidFill>
                  <a:srgbClr val="F0F5F5"/>
                </a:solidFill>
                <a:latin typeface="+mn-lt"/>
              </a:defRPr>
            </a:lvl2pPr>
            <a:lvl3pPr marL="536575" indent="-179388">
              <a:buClr>
                <a:srgbClr val="F7673B"/>
              </a:buClr>
              <a:tabLst/>
              <a:defRPr b="0" i="0" spc="-20" baseline="0">
                <a:solidFill>
                  <a:srgbClr val="F0F5F5"/>
                </a:solidFill>
                <a:latin typeface="+mn-lt"/>
              </a:defRPr>
            </a:lvl3pPr>
            <a:lvl4pPr marL="666750" indent="-130175">
              <a:buClr>
                <a:srgbClr val="F7673B"/>
              </a:buClr>
              <a:tabLst/>
              <a:defRPr b="0" i="0" spc="-10" baseline="0">
                <a:solidFill>
                  <a:srgbClr val="F0F5F5"/>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sp>
        <p:nvSpPr>
          <p:cNvPr id="2" name="Footer Placeholder 1">
            <a:extLst>
              <a:ext uri="{FF2B5EF4-FFF2-40B4-BE49-F238E27FC236}">
                <a16:creationId xmlns:a16="http://schemas.microsoft.com/office/drawing/2014/main" id="{D44E12D1-F8CC-5FD5-0145-73699BB70ADD}"/>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89EA3A73-4BBB-F86E-B571-FF34F51EFF3A}"/>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4C696E55-1125-0D37-EBE1-685BED3D0EA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02963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 highlight/quote, dark bg">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0800000">
            <a:off x="9214369" y="4407290"/>
            <a:ext cx="3374284" cy="2971520"/>
          </a:xfrm>
          <a:prstGeom prst="rect">
            <a:avLst/>
          </a:prstGeom>
        </p:spPr>
      </p:pic>
      <p:sp>
        <p:nvSpPr>
          <p:cNvPr id="3" name="Picture Placeholder 2">
            <a:extLst>
              <a:ext uri="{FF2B5EF4-FFF2-40B4-BE49-F238E27FC236}">
                <a16:creationId xmlns:a16="http://schemas.microsoft.com/office/drawing/2014/main" id="{3614A391-024D-7CA8-3C4C-8A342E7D1F25}"/>
              </a:ext>
            </a:extLst>
          </p:cNvPr>
          <p:cNvSpPr>
            <a:spLocks noGrp="1"/>
          </p:cNvSpPr>
          <p:nvPr>
            <p:ph type="pic" sz="quarter" idx="15" hasCustomPrompt="1"/>
          </p:nvPr>
        </p:nvSpPr>
        <p:spPr>
          <a:xfrm>
            <a:off x="6095999" y="717665"/>
            <a:ext cx="5400675" cy="5519622"/>
          </a:xfrm>
          <a:prstGeom prst="rect">
            <a:avLst/>
          </a:prstGeom>
          <a:solidFill>
            <a:schemeClr val="tx2"/>
          </a:solidFill>
        </p:spPr>
        <p:txBody>
          <a:bodyPr anchor="ctr"/>
          <a:lstStyle>
            <a:lvl1pPr marL="0" indent="0" algn="ctr">
              <a:buNone/>
              <a:defRPr/>
            </a:lvl1pPr>
          </a:lstStyle>
          <a:p>
            <a:r>
              <a:rPr lang="en-GB"/>
              <a:t>I</a:t>
            </a:r>
            <a:r>
              <a:rPr lang="en-FI"/>
              <a:t>nsert image</a:t>
            </a:r>
          </a:p>
          <a:p>
            <a:endParaRPr lang="en-FI"/>
          </a:p>
        </p:txBody>
      </p:sp>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5325" y="945222"/>
            <a:ext cx="6492654"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6" name="Text Placeholder 3">
            <a:extLst>
              <a:ext uri="{FF2B5EF4-FFF2-40B4-BE49-F238E27FC236}">
                <a16:creationId xmlns:a16="http://schemas.microsoft.com/office/drawing/2014/main" id="{AEE549FF-E8FC-53BB-A87C-2B45FC2A6C59}"/>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07887171-6A1D-D68B-3796-101EA645F4AC}"/>
              </a:ext>
            </a:extLst>
          </p:cNvPr>
          <p:cNvSpPr>
            <a:spLocks noGrp="1"/>
          </p:cNvSpPr>
          <p:nvPr>
            <p:ph type="ftr" sz="quarter" idx="16"/>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23A3DB2-BDCB-D02C-0CA3-CBCB64A7D3F4}"/>
              </a:ext>
            </a:extLst>
          </p:cNvPr>
          <p:cNvSpPr>
            <a:spLocks noGrp="1"/>
          </p:cNvSpPr>
          <p:nvPr>
            <p:ph type="sldNum" sz="quarter" idx="17"/>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5" name="Freeform: Shape 19">
            <a:extLst>
              <a:ext uri="{FF2B5EF4-FFF2-40B4-BE49-F238E27FC236}">
                <a16:creationId xmlns:a16="http://schemas.microsoft.com/office/drawing/2014/main" id="{F2A0E64F-DD1C-BDA4-60A8-FE142689AAF6}"/>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91179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repeatCount="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400" fill="hold"/>
                                        <p:tgtEl>
                                          <p:spTgt spid="3"/>
                                        </p:tgtEl>
                                        <p:attrNameLst>
                                          <p:attrName>ppt_x</p:attrName>
                                        </p:attrNameLst>
                                      </p:cBhvr>
                                      <p:tavLst>
                                        <p:tav tm="0">
                                          <p:val>
                                            <p:strVal val="#ppt_x"/>
                                          </p:val>
                                        </p:tav>
                                        <p:tav tm="100000">
                                          <p:val>
                                            <p:strVal val="#ppt_x"/>
                                          </p:val>
                                        </p:tav>
                                      </p:tavLst>
                                    </p:anim>
                                    <p:anim calcmode="lin" valueType="num">
                                      <p:cBhvr additive="base">
                                        <p:cTn id="12" dur="400" fill="hold"/>
                                        <p:tgtEl>
                                          <p:spTgt spid="3"/>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30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wipe(down)">
                                      <p:cBhvr>
                                        <p:cTn id="16" dur="3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build="allAtOnce">
        <p:tmplLst>
          <p:tmpl lvl="1">
            <p:tnLst>
              <p:par>
                <p:cTn presetID="22" presetClass="entr" presetSubtype="4" fill="hold" nodeType="afterEffect">
                  <p:stCondLst>
                    <p:cond delay="300"/>
                  </p:stCondLst>
                  <p:childTnLst>
                    <p:set>
                      <p:cBhvr>
                        <p:cTn dur="1" fill="hold">
                          <p:stCondLst>
                            <p:cond delay="0"/>
                          </p:stCondLst>
                        </p:cTn>
                        <p:tgtEl>
                          <p:spTgt spid="7"/>
                        </p:tgtEl>
                        <p:attrNameLst>
                          <p:attrName>style.visibility</p:attrName>
                        </p:attrNameLst>
                      </p:cBhvr>
                      <p:to>
                        <p:strVal val="visible"/>
                      </p:to>
                    </p:set>
                    <p:animEffect transition="in" filter="wipe(down)">
                      <p:cBhvr>
                        <p:cTn dur="300"/>
                        <p:tgtEl>
                          <p:spTgt spid="7"/>
                        </p:tgtEl>
                      </p:cBhvr>
                    </p:animEffec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mage + highlight/quote, light">
    <p:bg>
      <p:bgPr>
        <a:solidFill>
          <a:srgbClr val="D3E3E5"/>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013457">
            <a:off x="4716112" y="4663037"/>
            <a:ext cx="3374284" cy="2971520"/>
          </a:xfrm>
          <a:prstGeom prst="rect">
            <a:avLst/>
          </a:prstGeom>
        </p:spPr>
      </p:pic>
      <p:sp>
        <p:nvSpPr>
          <p:cNvPr id="3" name="Picture Placeholder 2">
            <a:extLst>
              <a:ext uri="{FF2B5EF4-FFF2-40B4-BE49-F238E27FC236}">
                <a16:creationId xmlns:a16="http://schemas.microsoft.com/office/drawing/2014/main" id="{3614A391-024D-7CA8-3C4C-8A342E7D1F25}"/>
              </a:ext>
            </a:extLst>
          </p:cNvPr>
          <p:cNvSpPr>
            <a:spLocks noGrp="1"/>
          </p:cNvSpPr>
          <p:nvPr>
            <p:ph type="pic" sz="quarter" idx="15" hasCustomPrompt="1"/>
          </p:nvPr>
        </p:nvSpPr>
        <p:spPr>
          <a:xfrm>
            <a:off x="6095999" y="717665"/>
            <a:ext cx="5400675" cy="5519622"/>
          </a:xfrm>
          <a:prstGeom prst="rect">
            <a:avLst/>
          </a:prstGeom>
          <a:solidFill>
            <a:srgbClr val="E5E5E5"/>
          </a:solidFill>
        </p:spPr>
        <p:txBody>
          <a:bodyPr anchor="ctr"/>
          <a:lstStyle>
            <a:lvl1pPr marL="0" indent="0" algn="ctr">
              <a:buNone/>
              <a:defRPr/>
            </a:lvl1pPr>
          </a:lstStyle>
          <a:p>
            <a:r>
              <a:rPr lang="en-GB"/>
              <a:t>I</a:t>
            </a:r>
            <a:r>
              <a:rPr lang="en-FI"/>
              <a:t>nsert image</a:t>
            </a:r>
          </a:p>
          <a:p>
            <a:endParaRPr lang="en-FI"/>
          </a:p>
        </p:txBody>
      </p:sp>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5325" y="945222"/>
            <a:ext cx="6492654" cy="5292066"/>
          </a:xfrm>
          <a:prstGeom prst="rect">
            <a:avLst/>
          </a:prstGeom>
        </p:spPr>
        <p:txBody>
          <a:bodyPr lIns="0" tIns="0" rIns="0" bIns="0">
            <a:noAutofit/>
          </a:bodyPr>
          <a:lstStyle>
            <a:lvl1pPr marL="271463" indent="-271463" algn="l">
              <a:buFont typeface="Arial" panose="020B0604020202020204" pitchFamily="34" charset="0"/>
              <a:buChar char="•"/>
              <a:tabLst/>
              <a:defRPr sz="3200" b="0" i="0" spc="-6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5" name="Text Placeholder 3">
            <a:extLst>
              <a:ext uri="{FF2B5EF4-FFF2-40B4-BE49-F238E27FC236}">
                <a16:creationId xmlns:a16="http://schemas.microsoft.com/office/drawing/2014/main" id="{1C72EE57-B30D-D812-26B0-73C78B4F4FD4}"/>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9EAD2402-B432-0A82-7E4D-819ABA7772EB}"/>
              </a:ext>
            </a:extLst>
          </p:cNvPr>
          <p:cNvSpPr>
            <a:spLocks noGrp="1"/>
          </p:cNvSpPr>
          <p:nvPr>
            <p:ph type="ftr" sz="quarter" idx="16"/>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3264FCA2-811D-5F6D-D837-07F8836BC883}"/>
              </a:ext>
            </a:extLst>
          </p:cNvPr>
          <p:cNvSpPr>
            <a:spLocks noGrp="1"/>
          </p:cNvSpPr>
          <p:nvPr>
            <p:ph type="sldNum" sz="quarter" idx="17"/>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5D21A3CB-DBB5-F14F-2CC7-8B10DA68631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29641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repeatCount="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400" fill="hold"/>
                                        <p:tgtEl>
                                          <p:spTgt spid="3"/>
                                        </p:tgtEl>
                                        <p:attrNameLst>
                                          <p:attrName>ppt_x</p:attrName>
                                        </p:attrNameLst>
                                      </p:cBhvr>
                                      <p:tavLst>
                                        <p:tav tm="0">
                                          <p:val>
                                            <p:strVal val="#ppt_x"/>
                                          </p:val>
                                        </p:tav>
                                        <p:tav tm="100000">
                                          <p:val>
                                            <p:strVal val="#ppt_x"/>
                                          </p:val>
                                        </p:tav>
                                      </p:tavLst>
                                    </p:anim>
                                    <p:anim calcmode="lin" valueType="num">
                                      <p:cBhvr additive="base">
                                        <p:cTn id="12" dur="400" fill="hold"/>
                                        <p:tgtEl>
                                          <p:spTgt spid="3"/>
                                        </p:tgtEl>
                                        <p:attrNameLst>
                                          <p:attrName>ppt_y</p:attrName>
                                        </p:attrNameLst>
                                      </p:cBhvr>
                                      <p:tavLst>
                                        <p:tav tm="0">
                                          <p:val>
                                            <p:strVal val="1+#ppt_h/2"/>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down)">
                                      <p:cBhvr>
                                        <p:cTn id="15" dur="3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build="allAtOnce">
        <p:tmplLst>
          <p:tmpl lvl="1">
            <p:tnLst>
              <p:par>
                <p:cTn presetID="22" presetClass="entr" presetSubtype="4"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down)">
                      <p:cBhvr>
                        <p:cTn dur="300"/>
                        <p:tgtEl>
                          <p:spTgt spid="7"/>
                        </p:tgtEl>
                      </p:cBhvr>
                    </p:animEffect>
                  </p:childTnLst>
                </p:cTn>
              </p:par>
            </p:tnLst>
          </p:tmpl>
        </p:tmplLst>
      </p:b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rocess conten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BDE177F-8A4B-80B9-388B-A0221A43CBFA}"/>
              </a:ext>
              <a:ext uri="{C183D7F6-B498-43B3-948B-1728B52AA6E4}">
                <adec:decorative xmlns:adec="http://schemas.microsoft.com/office/drawing/2017/decorative" val="1"/>
              </a:ext>
            </a:extLst>
          </p:cNvPr>
          <p:cNvSpPr/>
          <p:nvPr userDrawn="1"/>
        </p:nvSpPr>
        <p:spPr>
          <a:xfrm>
            <a:off x="0" y="3214535"/>
            <a:ext cx="12192000" cy="3205693"/>
          </a:xfrm>
          <a:prstGeom prst="rect">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9141" y="620713"/>
            <a:ext cx="9001125" cy="1080000"/>
          </a:xfrm>
          <a:prstGeom prst="rect">
            <a:avLst/>
          </a:prstGeom>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5" name="Content Placeholder 6">
            <a:extLst>
              <a:ext uri="{FF2B5EF4-FFF2-40B4-BE49-F238E27FC236}">
                <a16:creationId xmlns:a16="http://schemas.microsoft.com/office/drawing/2014/main" id="{0A7C0FD0-8193-21E5-F474-A9354420D95E}"/>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a:t>Click to edit Master text styles</a:t>
            </a:r>
          </a:p>
        </p:txBody>
      </p:sp>
      <p:sp>
        <p:nvSpPr>
          <p:cNvPr id="18" name="Content Placeholder 17">
            <a:extLst>
              <a:ext uri="{FF2B5EF4-FFF2-40B4-BE49-F238E27FC236}">
                <a16:creationId xmlns:a16="http://schemas.microsoft.com/office/drawing/2014/main" id="{82B7260A-3B5F-BEEB-B9C2-804A641E600D}"/>
              </a:ext>
            </a:extLst>
          </p:cNvPr>
          <p:cNvSpPr>
            <a:spLocks noGrp="1"/>
          </p:cNvSpPr>
          <p:nvPr>
            <p:ph sz="quarter" idx="16"/>
          </p:nvPr>
        </p:nvSpPr>
        <p:spPr>
          <a:xfrm>
            <a:off x="856994" y="2292723"/>
            <a:ext cx="1806272" cy="184582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rgbClr val="FF73A4"/>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US"/>
              <a:t>Click to edit Master text styles</a:t>
            </a:r>
          </a:p>
        </p:txBody>
      </p:sp>
      <p:sp>
        <p:nvSpPr>
          <p:cNvPr id="28" name="Text Placeholder 26">
            <a:extLst>
              <a:ext uri="{FF2B5EF4-FFF2-40B4-BE49-F238E27FC236}">
                <a16:creationId xmlns:a16="http://schemas.microsoft.com/office/drawing/2014/main" id="{E67724BF-890B-E161-7669-CEBDA1D029AF}"/>
              </a:ext>
            </a:extLst>
          </p:cNvPr>
          <p:cNvSpPr>
            <a:spLocks noGrp="1"/>
          </p:cNvSpPr>
          <p:nvPr>
            <p:ph type="body" sz="quarter" idx="24" hasCustomPrompt="1"/>
          </p:nvPr>
        </p:nvSpPr>
        <p:spPr>
          <a:xfrm>
            <a:off x="695326"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27" name="Text Placeholder 26">
            <a:extLst>
              <a:ext uri="{FF2B5EF4-FFF2-40B4-BE49-F238E27FC236}">
                <a16:creationId xmlns:a16="http://schemas.microsoft.com/office/drawing/2014/main" id="{F4C66DEB-6B79-DFE9-2F13-45D1D029C6BC}"/>
              </a:ext>
            </a:extLst>
          </p:cNvPr>
          <p:cNvSpPr>
            <a:spLocks noGrp="1"/>
          </p:cNvSpPr>
          <p:nvPr>
            <p:ph type="body" sz="quarter" idx="23" hasCustomPrompt="1"/>
          </p:nvPr>
        </p:nvSpPr>
        <p:spPr>
          <a:xfrm>
            <a:off x="695326"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24" name="Content Placeholder 17">
            <a:extLst>
              <a:ext uri="{FF2B5EF4-FFF2-40B4-BE49-F238E27FC236}">
                <a16:creationId xmlns:a16="http://schemas.microsoft.com/office/drawing/2014/main" id="{753DF5F1-A362-636C-07A6-3031289CF920}"/>
              </a:ext>
            </a:extLst>
          </p:cNvPr>
          <p:cNvSpPr>
            <a:spLocks noGrp="1"/>
          </p:cNvSpPr>
          <p:nvPr>
            <p:ph sz="quarter" idx="21"/>
          </p:nvPr>
        </p:nvSpPr>
        <p:spPr>
          <a:xfrm>
            <a:off x="3621994" y="2335372"/>
            <a:ext cx="1837270" cy="1803171"/>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rgbClr val="44C1DE"/>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US"/>
              <a:t>Click to edit Master text styles</a:t>
            </a:r>
          </a:p>
        </p:txBody>
      </p:sp>
      <p:sp>
        <p:nvSpPr>
          <p:cNvPr id="30" name="Text Placeholder 26">
            <a:extLst>
              <a:ext uri="{FF2B5EF4-FFF2-40B4-BE49-F238E27FC236}">
                <a16:creationId xmlns:a16="http://schemas.microsoft.com/office/drawing/2014/main" id="{C2705564-BF3F-EF0D-5803-453C36521E9B}"/>
              </a:ext>
            </a:extLst>
          </p:cNvPr>
          <p:cNvSpPr>
            <a:spLocks noGrp="1"/>
          </p:cNvSpPr>
          <p:nvPr>
            <p:ph type="body" sz="quarter" idx="26" hasCustomPrompt="1"/>
          </p:nvPr>
        </p:nvSpPr>
        <p:spPr>
          <a:xfrm>
            <a:off x="3434425"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hasCustomPrompt="1"/>
          </p:nvPr>
        </p:nvSpPr>
        <p:spPr>
          <a:xfrm>
            <a:off x="3438526"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23" name="Content Placeholder 17">
            <a:extLst>
              <a:ext uri="{FF2B5EF4-FFF2-40B4-BE49-F238E27FC236}">
                <a16:creationId xmlns:a16="http://schemas.microsoft.com/office/drawing/2014/main" id="{EB98E0C5-FB17-CF23-150C-1C9C4238F4C7}"/>
              </a:ext>
            </a:extLst>
          </p:cNvPr>
          <p:cNvSpPr>
            <a:spLocks noGrp="1"/>
          </p:cNvSpPr>
          <p:nvPr>
            <p:ph sz="quarter" idx="20"/>
          </p:nvPr>
        </p:nvSpPr>
        <p:spPr>
          <a:xfrm>
            <a:off x="6417990" y="2292722"/>
            <a:ext cx="1806271" cy="1866867"/>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4718" h="2607638">
                <a:moveTo>
                  <a:pt x="475" y="1362403"/>
                </a:moveTo>
                <a:cubicBezTo>
                  <a:pt x="-7209" y="1019555"/>
                  <a:pt x="77108" y="623551"/>
                  <a:pt x="331376" y="366924"/>
                </a:cubicBezTo>
                <a:cubicBezTo>
                  <a:pt x="511088" y="160581"/>
                  <a:pt x="742225" y="-1795"/>
                  <a:pt x="1058137" y="586"/>
                </a:cubicBezTo>
                <a:cubicBezTo>
                  <a:pt x="1303841" y="-8800"/>
                  <a:pt x="1623063" y="95962"/>
                  <a:pt x="1793123" y="222022"/>
                </a:cubicBezTo>
                <a:cubicBezTo>
                  <a:pt x="2070786" y="392376"/>
                  <a:pt x="2419557" y="710220"/>
                  <a:pt x="2424699" y="1266323"/>
                </a:cubicBezTo>
                <a:cubicBezTo>
                  <a:pt x="2426799" y="1741743"/>
                  <a:pt x="2255574" y="1992538"/>
                  <a:pt x="2163929" y="2130173"/>
                </a:cubicBezTo>
                <a:cubicBezTo>
                  <a:pt x="2088522" y="2242885"/>
                  <a:pt x="1837851" y="2572414"/>
                  <a:pt x="1396677" y="2606487"/>
                </a:cubicBezTo>
                <a:cubicBezTo>
                  <a:pt x="974911" y="2623070"/>
                  <a:pt x="562359" y="2458435"/>
                  <a:pt x="351751" y="2250473"/>
                </a:cubicBezTo>
                <a:cubicBezTo>
                  <a:pt x="203056" y="2093311"/>
                  <a:pt x="22432" y="1782557"/>
                  <a:pt x="475" y="1362403"/>
                </a:cubicBezTo>
                <a:close/>
              </a:path>
            </a:pathLst>
          </a:custGeom>
          <a:solidFill>
            <a:srgbClr val="00839F"/>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US"/>
              <a:t>Click to edit Master text styles</a:t>
            </a:r>
          </a:p>
        </p:txBody>
      </p:sp>
      <p:sp>
        <p:nvSpPr>
          <p:cNvPr id="32" name="Text Placeholder 26">
            <a:extLst>
              <a:ext uri="{FF2B5EF4-FFF2-40B4-BE49-F238E27FC236}">
                <a16:creationId xmlns:a16="http://schemas.microsoft.com/office/drawing/2014/main" id="{5B86DAE5-1DC4-6947-DDBC-EBE9F5BCE5B5}"/>
              </a:ext>
            </a:extLst>
          </p:cNvPr>
          <p:cNvSpPr>
            <a:spLocks noGrp="1"/>
          </p:cNvSpPr>
          <p:nvPr>
            <p:ph type="body" sz="quarter" idx="28" hasCustomPrompt="1"/>
          </p:nvPr>
        </p:nvSpPr>
        <p:spPr>
          <a:xfrm>
            <a:off x="6194027"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3" name="Text Placeholder 26">
            <a:extLst>
              <a:ext uri="{FF2B5EF4-FFF2-40B4-BE49-F238E27FC236}">
                <a16:creationId xmlns:a16="http://schemas.microsoft.com/office/drawing/2014/main" id="{2CB7DBA7-F821-0C77-D04F-E5B349E02D85}"/>
              </a:ext>
            </a:extLst>
          </p:cNvPr>
          <p:cNvSpPr>
            <a:spLocks noGrp="1"/>
          </p:cNvSpPr>
          <p:nvPr>
            <p:ph type="body" sz="quarter" idx="32" hasCustomPrompt="1"/>
          </p:nvPr>
        </p:nvSpPr>
        <p:spPr>
          <a:xfrm>
            <a:off x="6189818"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25" name="Content Placeholder 17">
            <a:extLst>
              <a:ext uri="{FF2B5EF4-FFF2-40B4-BE49-F238E27FC236}">
                <a16:creationId xmlns:a16="http://schemas.microsoft.com/office/drawing/2014/main" id="{719229A6-49F8-F3C6-A0C1-C150CE6FB96E}"/>
              </a:ext>
            </a:extLst>
          </p:cNvPr>
          <p:cNvSpPr>
            <a:spLocks noGrp="1"/>
          </p:cNvSpPr>
          <p:nvPr>
            <p:ph sz="quarter" idx="22"/>
          </p:nvPr>
        </p:nvSpPr>
        <p:spPr>
          <a:xfrm>
            <a:off x="9182988" y="2292723"/>
            <a:ext cx="1806271" cy="184582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tx1"/>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US"/>
              <a:t>Click to edit Master text styles</a:t>
            </a:r>
          </a:p>
        </p:txBody>
      </p:sp>
      <p:sp>
        <p:nvSpPr>
          <p:cNvPr id="34" name="Text Placeholder 26">
            <a:extLst>
              <a:ext uri="{FF2B5EF4-FFF2-40B4-BE49-F238E27FC236}">
                <a16:creationId xmlns:a16="http://schemas.microsoft.com/office/drawing/2014/main" id="{E5BDFAED-EF23-166B-C0C1-DA9B301D3C01}"/>
              </a:ext>
            </a:extLst>
          </p:cNvPr>
          <p:cNvSpPr>
            <a:spLocks noGrp="1"/>
          </p:cNvSpPr>
          <p:nvPr>
            <p:ph type="body" sz="quarter" idx="30" hasCustomPrompt="1"/>
          </p:nvPr>
        </p:nvSpPr>
        <p:spPr>
          <a:xfrm>
            <a:off x="8970031"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4" name="Text Placeholder 26">
            <a:extLst>
              <a:ext uri="{FF2B5EF4-FFF2-40B4-BE49-F238E27FC236}">
                <a16:creationId xmlns:a16="http://schemas.microsoft.com/office/drawing/2014/main" id="{BFAE5DA1-6700-7008-8DF6-5C4278A9503E}"/>
              </a:ext>
            </a:extLst>
          </p:cNvPr>
          <p:cNvSpPr>
            <a:spLocks noGrp="1"/>
          </p:cNvSpPr>
          <p:nvPr>
            <p:ph type="body" sz="quarter" idx="33" hasCustomPrompt="1"/>
          </p:nvPr>
        </p:nvSpPr>
        <p:spPr>
          <a:xfrm>
            <a:off x="8973478"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5169CF23-2660-7429-82FF-3ADA065E1D5D}"/>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6891660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ocess step contents">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6" name="Title Placeholder 1">
            <a:extLst>
              <a:ext uri="{FF2B5EF4-FFF2-40B4-BE49-F238E27FC236}">
                <a16:creationId xmlns:a16="http://schemas.microsoft.com/office/drawing/2014/main" id="{8A746DFE-02BF-0666-1A44-74FBBCB16E9C}"/>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GB" noProof="0" dirty="0"/>
              <a:t>Click to add headline</a:t>
            </a:r>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Content Placeholder 6">
            <a:extLst>
              <a:ext uri="{FF2B5EF4-FFF2-40B4-BE49-F238E27FC236}">
                <a16:creationId xmlns:a16="http://schemas.microsoft.com/office/drawing/2014/main" id="{96346146-A3FF-C74E-1B2B-D21237D84BF5}"/>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a:t>Click to edit Master text styles</a:t>
            </a:r>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2284413"/>
            <a:ext cx="2547938"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5325" y="2852615"/>
            <a:ext cx="2548058" cy="3399808"/>
          </a:xfrm>
          <a:prstGeom prst="rect">
            <a:avLst/>
          </a:prstGeom>
        </p:spPr>
        <p:txBody>
          <a:bodyPr lIns="0" tIns="0" rIns="0" bIns="0"/>
          <a:lstStyle>
            <a:lvl1pPr marL="90488" indent="-90488">
              <a:tabLst/>
              <a:defRPr sz="1200"/>
            </a:lvl1pPr>
            <a:lvl2pPr marL="225425" indent="-90488">
              <a:tabLst/>
              <a:defRPr sz="1100"/>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p:txBody>
      </p:sp>
      <p:sp>
        <p:nvSpPr>
          <p:cNvPr id="18" name="Text Placeholder 10">
            <a:extLst>
              <a:ext uri="{FF2B5EF4-FFF2-40B4-BE49-F238E27FC236}">
                <a16:creationId xmlns:a16="http://schemas.microsoft.com/office/drawing/2014/main" id="{C49696B1-1B31-F1A9-FAFE-7A069279FD14}"/>
              </a:ext>
            </a:extLst>
          </p:cNvPr>
          <p:cNvSpPr>
            <a:spLocks noGrp="1"/>
          </p:cNvSpPr>
          <p:nvPr>
            <p:ph type="body" sz="quarter" idx="24" hasCustomPrompt="1"/>
          </p:nvPr>
        </p:nvSpPr>
        <p:spPr>
          <a:xfrm>
            <a:off x="3461970" y="2284413"/>
            <a:ext cx="2548057"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3" name="Text Placeholder 2">
            <a:extLst>
              <a:ext uri="{FF2B5EF4-FFF2-40B4-BE49-F238E27FC236}">
                <a16:creationId xmlns:a16="http://schemas.microsoft.com/office/drawing/2014/main" id="{AF546FD0-8DD6-645A-C210-3BD3D5F0DEB3}"/>
              </a:ext>
            </a:extLst>
          </p:cNvPr>
          <p:cNvSpPr>
            <a:spLocks noGrp="1"/>
          </p:cNvSpPr>
          <p:nvPr>
            <p:ph type="body" sz="quarter" idx="16"/>
          </p:nvPr>
        </p:nvSpPr>
        <p:spPr>
          <a:xfrm>
            <a:off x="3461969" y="2852614"/>
            <a:ext cx="2548058" cy="3384673"/>
          </a:xfrm>
          <a:prstGeom prst="rect">
            <a:avLst/>
          </a:prstGeom>
        </p:spPr>
        <p:txBody>
          <a:bodyPr lIns="0" tIns="0" rIns="0" bIns="0"/>
          <a:lstStyle>
            <a:lvl1pPr marL="90488" indent="-84138">
              <a:tabLst/>
              <a:defRPr sz="1200"/>
            </a:lvl1pPr>
            <a:lvl2pPr marL="225425" indent="-90488">
              <a:tabLst/>
              <a:defRPr sz="1100"/>
            </a:lvl2pPr>
          </a:lstStyle>
          <a:p>
            <a:pPr lvl="0"/>
            <a:r>
              <a:rPr lang="en-US"/>
              <a:t>Click to edit Master text styles</a:t>
            </a:r>
          </a:p>
          <a:p>
            <a:pPr lvl="1"/>
            <a:r>
              <a:rPr lang="en-US"/>
              <a:t>Second level</a:t>
            </a:r>
          </a:p>
        </p:txBody>
      </p:sp>
      <p:sp>
        <p:nvSpPr>
          <p:cNvPr id="19" name="Text Placeholder 10">
            <a:extLst>
              <a:ext uri="{FF2B5EF4-FFF2-40B4-BE49-F238E27FC236}">
                <a16:creationId xmlns:a16="http://schemas.microsoft.com/office/drawing/2014/main" id="{9A15C8E7-F021-1169-72B7-5E148D9DDA6A}"/>
              </a:ext>
            </a:extLst>
          </p:cNvPr>
          <p:cNvSpPr>
            <a:spLocks noGrp="1"/>
          </p:cNvSpPr>
          <p:nvPr>
            <p:ph type="body" sz="quarter" idx="25" hasCustomPrompt="1"/>
          </p:nvPr>
        </p:nvSpPr>
        <p:spPr>
          <a:xfrm>
            <a:off x="6197357" y="2284413"/>
            <a:ext cx="2548057"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5" name="Text Placeholder 2">
            <a:extLst>
              <a:ext uri="{FF2B5EF4-FFF2-40B4-BE49-F238E27FC236}">
                <a16:creationId xmlns:a16="http://schemas.microsoft.com/office/drawing/2014/main" id="{BD91A322-A34F-42C2-61DE-C0A2C0EE65B0}"/>
              </a:ext>
            </a:extLst>
          </p:cNvPr>
          <p:cNvSpPr>
            <a:spLocks noGrp="1"/>
          </p:cNvSpPr>
          <p:nvPr>
            <p:ph type="body" sz="quarter" idx="18"/>
          </p:nvPr>
        </p:nvSpPr>
        <p:spPr>
          <a:xfrm>
            <a:off x="6197356" y="2852615"/>
            <a:ext cx="2548058" cy="3399808"/>
          </a:xfrm>
          <a:prstGeom prst="rect">
            <a:avLst/>
          </a:prstGeom>
        </p:spPr>
        <p:txBody>
          <a:bodyPr lIns="0" tIns="0" rIns="0" bIns="0"/>
          <a:lstStyle>
            <a:lvl1pPr marL="90488" indent="-90488">
              <a:tabLst/>
              <a:defRPr sz="1200"/>
            </a:lvl1pPr>
            <a:lvl2pPr marL="225425" indent="-90488">
              <a:tabLst/>
              <a:defRPr sz="1100"/>
            </a:lvl2pPr>
          </a:lstStyle>
          <a:p>
            <a:pPr lvl="0"/>
            <a:r>
              <a:rPr lang="en-US"/>
              <a:t>Click to edit Master text styles</a:t>
            </a:r>
          </a:p>
          <a:p>
            <a:pPr lvl="1"/>
            <a:r>
              <a:rPr lang="en-US"/>
              <a:t>Second level</a:t>
            </a:r>
          </a:p>
        </p:txBody>
      </p:sp>
      <p:sp>
        <p:nvSpPr>
          <p:cNvPr id="20" name="Text Placeholder 10">
            <a:extLst>
              <a:ext uri="{FF2B5EF4-FFF2-40B4-BE49-F238E27FC236}">
                <a16:creationId xmlns:a16="http://schemas.microsoft.com/office/drawing/2014/main" id="{63FA01D3-0FF1-E796-E7FB-8EF327BF0599}"/>
              </a:ext>
            </a:extLst>
          </p:cNvPr>
          <p:cNvSpPr>
            <a:spLocks noGrp="1"/>
          </p:cNvSpPr>
          <p:nvPr>
            <p:ph type="body" sz="quarter" idx="26" hasCustomPrompt="1"/>
          </p:nvPr>
        </p:nvSpPr>
        <p:spPr>
          <a:xfrm>
            <a:off x="8948618" y="2284413"/>
            <a:ext cx="2547368"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7" name="Text Placeholder 2">
            <a:extLst>
              <a:ext uri="{FF2B5EF4-FFF2-40B4-BE49-F238E27FC236}">
                <a16:creationId xmlns:a16="http://schemas.microsoft.com/office/drawing/2014/main" id="{F57DFA98-A057-46B6-A5DF-A1C24E56558E}"/>
              </a:ext>
            </a:extLst>
          </p:cNvPr>
          <p:cNvSpPr>
            <a:spLocks noGrp="1"/>
          </p:cNvSpPr>
          <p:nvPr>
            <p:ph type="body" sz="quarter" idx="20"/>
          </p:nvPr>
        </p:nvSpPr>
        <p:spPr>
          <a:xfrm>
            <a:off x="8948616" y="2852615"/>
            <a:ext cx="2548058" cy="3399808"/>
          </a:xfrm>
          <a:prstGeom prst="rect">
            <a:avLst/>
          </a:prstGeom>
        </p:spPr>
        <p:txBody>
          <a:bodyPr lIns="0" tIns="0" rIns="0" bIns="0"/>
          <a:lstStyle>
            <a:lvl1pPr marL="90488" indent="-90488">
              <a:tabLst/>
              <a:defRPr sz="1200"/>
            </a:lvl1pPr>
            <a:lvl2pPr marL="225425" indent="-90488">
              <a:tabLst/>
              <a:defRPr sz="1100"/>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cxnSp>
        <p:nvCxnSpPr>
          <p:cNvPr id="9" name="Straight Connector 8">
            <a:extLst>
              <a:ext uri="{FF2B5EF4-FFF2-40B4-BE49-F238E27FC236}">
                <a16:creationId xmlns:a16="http://schemas.microsoft.com/office/drawing/2014/main" id="{87712E29-D794-1824-1486-BB89EB2CDE5D}"/>
              </a:ext>
              <a:ext uri="{C183D7F6-B498-43B3-948B-1728B52AA6E4}">
                <adec:decorative xmlns:adec="http://schemas.microsoft.com/office/drawing/2017/decorative" val="1"/>
              </a:ext>
            </a:extLst>
          </p:cNvPr>
          <p:cNvCxnSpPr/>
          <p:nvPr userDrawn="1"/>
        </p:nvCxnSpPr>
        <p:spPr>
          <a:xfrm>
            <a:off x="3352800" y="2310051"/>
            <a:ext cx="0" cy="457358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CD7906F-56C2-3CCB-F741-8E3DF42AC9FD}"/>
              </a:ext>
              <a:ext uri="{C183D7F6-B498-43B3-948B-1728B52AA6E4}">
                <adec:decorative xmlns:adec="http://schemas.microsoft.com/office/drawing/2017/decorative" val="1"/>
              </a:ext>
            </a:extLst>
          </p:cNvPr>
          <p:cNvCxnSpPr/>
          <p:nvPr userDrawn="1"/>
        </p:nvCxnSpPr>
        <p:spPr>
          <a:xfrm>
            <a:off x="6106160" y="2310051"/>
            <a:ext cx="0" cy="457358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A62C825-F9A5-46D9-C679-92823E1B1C05}"/>
              </a:ext>
              <a:ext uri="{C183D7F6-B498-43B3-948B-1728B52AA6E4}">
                <adec:decorative xmlns:adec="http://schemas.microsoft.com/office/drawing/2017/decorative" val="1"/>
              </a:ext>
            </a:extLst>
          </p:cNvPr>
          <p:cNvCxnSpPr/>
          <p:nvPr userDrawn="1"/>
        </p:nvCxnSpPr>
        <p:spPr>
          <a:xfrm>
            <a:off x="8849360" y="2310051"/>
            <a:ext cx="0" cy="457358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 name="Freeform: Shape 19">
            <a:extLst>
              <a:ext uri="{FF2B5EF4-FFF2-40B4-BE49-F238E27FC236}">
                <a16:creationId xmlns:a16="http://schemas.microsoft.com/office/drawing/2014/main" id="{73D7BA3E-C7F8-2B6F-A2A4-8CCE80DCE24D}"/>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7062469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ales Narrative intro">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6" name="Title Placeholder 1">
            <a:extLst>
              <a:ext uri="{FF2B5EF4-FFF2-40B4-BE49-F238E27FC236}">
                <a16:creationId xmlns:a16="http://schemas.microsoft.com/office/drawing/2014/main" id="{8A746DFE-02BF-0666-1A44-74FBBCB16E9C}"/>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GB"/>
              <a:t>Summarise the entire situation/our point of view in a nice tight headline sentence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1004680" y="2335177"/>
            <a:ext cx="3187838" cy="204680"/>
          </a:xfrm>
          <a:prstGeom prst="rect">
            <a:avLst/>
          </a:prstGeom>
        </p:spPr>
        <p:txBody>
          <a:bodyPr lIns="0" tIns="0" rIns="0" bIns="0" anchor="t"/>
          <a:lstStyle>
            <a:lvl1pPr marL="0" indent="0">
              <a:spcBef>
                <a:spcPts val="0"/>
              </a:spcBef>
              <a:buNone/>
              <a:defRPr sz="1000" spc="0">
                <a:solidFill>
                  <a:schemeClr val="tx2"/>
                </a:solidFill>
                <a:latin typeface="+mn-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a:t>SITUATION OVERVIEW</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1701" y="2852615"/>
            <a:ext cx="3500817" cy="3455987"/>
          </a:xfrm>
          <a:custGeom>
            <a:avLst/>
            <a:gdLst>
              <a:gd name="connsiteX0" fmla="*/ 0 w 3775075"/>
              <a:gd name="connsiteY0" fmla="*/ 0 h 3399808"/>
              <a:gd name="connsiteX1" fmla="*/ 3775075 w 3775075"/>
              <a:gd name="connsiteY1" fmla="*/ 0 h 3399808"/>
              <a:gd name="connsiteX2" fmla="*/ 3775075 w 3775075"/>
              <a:gd name="connsiteY2" fmla="*/ 3399808 h 3399808"/>
              <a:gd name="connsiteX3" fmla="*/ 0 w 3775075"/>
              <a:gd name="connsiteY3" fmla="*/ 3399808 h 3399808"/>
              <a:gd name="connsiteX4" fmla="*/ 0 w 3775075"/>
              <a:gd name="connsiteY4" fmla="*/ 0 h 3399808"/>
              <a:gd name="connsiteX0" fmla="*/ 0 w 3775075"/>
              <a:gd name="connsiteY0" fmla="*/ 0 h 3399808"/>
              <a:gd name="connsiteX1" fmla="*/ 1819276 w 3775075"/>
              <a:gd name="connsiteY1" fmla="*/ 652 h 3399808"/>
              <a:gd name="connsiteX2" fmla="*/ 3775075 w 3775075"/>
              <a:gd name="connsiteY2" fmla="*/ 0 h 3399808"/>
              <a:gd name="connsiteX3" fmla="*/ 3775075 w 3775075"/>
              <a:gd name="connsiteY3" fmla="*/ 3399808 h 3399808"/>
              <a:gd name="connsiteX4" fmla="*/ 0 w 3775075"/>
              <a:gd name="connsiteY4" fmla="*/ 3399808 h 3399808"/>
              <a:gd name="connsiteX5" fmla="*/ 0 w 3775075"/>
              <a:gd name="connsiteY5" fmla="*/ 0 h 3399808"/>
              <a:gd name="connsiteX0" fmla="*/ 0 w 3778837"/>
              <a:gd name="connsiteY0" fmla="*/ 0 h 3399808"/>
              <a:gd name="connsiteX1" fmla="*/ 1819276 w 3778837"/>
              <a:gd name="connsiteY1" fmla="*/ 652 h 3399808"/>
              <a:gd name="connsiteX2" fmla="*/ 3775075 w 3778837"/>
              <a:gd name="connsiteY2" fmla="*/ 0 h 3399808"/>
              <a:gd name="connsiteX3" fmla="*/ 3775075 w 3778837"/>
              <a:gd name="connsiteY3" fmla="*/ 3399808 h 3399808"/>
              <a:gd name="connsiteX4" fmla="*/ 0 w 3778837"/>
              <a:gd name="connsiteY4" fmla="*/ 3399808 h 3399808"/>
              <a:gd name="connsiteX5" fmla="*/ 0 w 3778837"/>
              <a:gd name="connsiteY5" fmla="*/ 0 h 3399808"/>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277805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277805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88289 w 3782460"/>
              <a:gd name="connsiteY0" fmla="*/ 0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88289 w 3782460"/>
              <a:gd name="connsiteY6" fmla="*/ 0 h 3407333"/>
              <a:gd name="connsiteX0" fmla="*/ 35902 w 3797806"/>
              <a:gd name="connsiteY0" fmla="*/ 8467 h 3407333"/>
              <a:gd name="connsiteX1" fmla="*/ 1838245 w 3797806"/>
              <a:gd name="connsiteY1" fmla="*/ 652 h 3407333"/>
              <a:gd name="connsiteX2" fmla="*/ 3794044 w 3797806"/>
              <a:gd name="connsiteY2" fmla="*/ 0 h 3407333"/>
              <a:gd name="connsiteX3" fmla="*/ 3794044 w 3797806"/>
              <a:gd name="connsiteY3" fmla="*/ 3399808 h 3407333"/>
              <a:gd name="connsiteX4" fmla="*/ 18969 w 3797806"/>
              <a:gd name="connsiteY4" fmla="*/ 3399808 h 3407333"/>
              <a:gd name="connsiteX5" fmla="*/ 26378 w 3797806"/>
              <a:gd name="connsiteY5" fmla="*/ 517118 h 3407333"/>
              <a:gd name="connsiteX6" fmla="*/ 35902 w 3797806"/>
              <a:gd name="connsiteY6" fmla="*/ 8467 h 3407333"/>
              <a:gd name="connsiteX0" fmla="*/ 20556 w 3782460"/>
              <a:gd name="connsiteY0" fmla="*/ 8467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9412 w 3786285"/>
              <a:gd name="connsiteY0" fmla="*/ 11882 h 3407333"/>
              <a:gd name="connsiteX1" fmla="*/ 1911391 w 3786285"/>
              <a:gd name="connsiteY1" fmla="*/ 9119 h 3407333"/>
              <a:gd name="connsiteX2" fmla="*/ 3782523 w 3786285"/>
              <a:gd name="connsiteY2" fmla="*/ 0 h 3407333"/>
              <a:gd name="connsiteX3" fmla="*/ 3782523 w 3786285"/>
              <a:gd name="connsiteY3" fmla="*/ 3399808 h 3407333"/>
              <a:gd name="connsiteX4" fmla="*/ 7448 w 3786285"/>
              <a:gd name="connsiteY4" fmla="*/ 3399808 h 3407333"/>
              <a:gd name="connsiteX5" fmla="*/ 14857 w 3786285"/>
              <a:gd name="connsiteY5" fmla="*/ 517118 h 3407333"/>
              <a:gd name="connsiteX6" fmla="*/ 9412 w 3786285"/>
              <a:gd name="connsiteY6" fmla="*/ 11882 h 3407333"/>
              <a:gd name="connsiteX0" fmla="*/ 5587 w 3782460"/>
              <a:gd name="connsiteY0" fmla="*/ 11882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5587 w 3782460"/>
              <a:gd name="connsiteY6" fmla="*/ 11882 h 340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2460" h="3407333">
                <a:moveTo>
                  <a:pt x="5587" y="11882"/>
                </a:moveTo>
                <a:lnTo>
                  <a:pt x="1907566" y="9119"/>
                </a:lnTo>
                <a:lnTo>
                  <a:pt x="3778698" y="0"/>
                </a:lnTo>
                <a:cubicBezTo>
                  <a:pt x="3787164" y="108803"/>
                  <a:pt x="3778698" y="2266539"/>
                  <a:pt x="3778698" y="3399808"/>
                </a:cubicBezTo>
                <a:cubicBezTo>
                  <a:pt x="2816673" y="3416741"/>
                  <a:pt x="1261981" y="3399808"/>
                  <a:pt x="3623" y="3399808"/>
                </a:cubicBezTo>
                <a:cubicBezTo>
                  <a:pt x="-7665" y="3090104"/>
                  <a:pt x="11032" y="1083753"/>
                  <a:pt x="11032" y="517118"/>
                </a:cubicBezTo>
                <a:cubicBezTo>
                  <a:pt x="11032" y="-49517"/>
                  <a:pt x="7794" y="77385"/>
                  <a:pt x="5587" y="11882"/>
                </a:cubicBezTo>
                <a:close/>
              </a:path>
            </a:pathLst>
          </a:custGeom>
          <a:solidFill>
            <a:srgbClr val="FAF1EF"/>
          </a:solidFill>
        </p:spPr>
        <p:txBody>
          <a:bodyPr lIns="180000" tIns="180000" rIns="180000" bIns="180000"/>
          <a:lstStyle>
            <a:lvl1pPr marL="0" indent="0">
              <a:buNone/>
              <a:tabLst/>
              <a:defRPr sz="1600">
                <a:solidFill>
                  <a:schemeClr val="tx1"/>
                </a:solidFill>
                <a:latin typeface="+mn-lt"/>
              </a:defRPr>
            </a:lvl1pPr>
            <a:lvl2pPr marL="225425" indent="-90488">
              <a:tabLst/>
              <a:defRPr sz="1100"/>
            </a:lvl2pPr>
          </a:lstStyle>
          <a:p>
            <a:pPr marL="0" marR="0" lvl="0" indent="0" algn="l" defTabSz="914400" rtl="0" eaLnBrk="1" fontAlgn="auto" latinLnBrk="0" hangingPunct="1">
              <a:lnSpc>
                <a:spcPct val="105000"/>
              </a:lnSpc>
              <a:spcBef>
                <a:spcPts val="800"/>
              </a:spcBef>
              <a:spcAft>
                <a:spcPts val="0"/>
              </a:spcAft>
              <a:buClr>
                <a:srgbClr val="F7673B"/>
              </a:buClr>
              <a:buSzTx/>
              <a:buFont typeface="Arial" panose="020B0604020202020204" pitchFamily="34" charset="0"/>
              <a:buNone/>
              <a:tabLst/>
              <a:defRPr/>
            </a:pPr>
            <a:r>
              <a:rPr kumimoji="0" lang="en-GB" sz="1600" b="0" i="0" u="none" strike="noStrike" kern="1000" cap="none" spc="-40" normalizeH="0" baseline="0" noProof="0">
                <a:ln>
                  <a:noFill/>
                </a:ln>
                <a:solidFill>
                  <a:srgbClr val="0F3D51"/>
                </a:solidFill>
                <a:effectLst/>
                <a:uLnTx/>
                <a:uFillTx/>
                <a:latin typeface="Cadiz Book"/>
                <a:ea typeface="+mn-ea"/>
                <a:cs typeface="+mn-cs"/>
              </a:rPr>
              <a:t>What has taken the customer here? What is the client currently pursuing? What are the main initiatives related around this endeavour? Have they launched a new product? Have they introduced a new software? New strategy and vision? What was the first phase of what they are doing now, etc.?</a:t>
            </a:r>
            <a:endParaRPr lang="en-GB"/>
          </a:p>
        </p:txBody>
      </p:sp>
      <p:sp>
        <p:nvSpPr>
          <p:cNvPr id="28" name="Text Placeholder 10">
            <a:extLst>
              <a:ext uri="{FF2B5EF4-FFF2-40B4-BE49-F238E27FC236}">
                <a16:creationId xmlns:a16="http://schemas.microsoft.com/office/drawing/2014/main" id="{CFE82F9D-D435-75E6-399E-6CC133FA6D06}"/>
              </a:ext>
            </a:extLst>
          </p:cNvPr>
          <p:cNvSpPr>
            <a:spLocks noGrp="1"/>
          </p:cNvSpPr>
          <p:nvPr>
            <p:ph type="body" sz="quarter" idx="26" hasCustomPrompt="1"/>
          </p:nvPr>
        </p:nvSpPr>
        <p:spPr>
          <a:xfrm>
            <a:off x="4636880" y="2335177"/>
            <a:ext cx="3187838" cy="204680"/>
          </a:xfrm>
          <a:prstGeom prst="rect">
            <a:avLst/>
          </a:prstGeom>
        </p:spPr>
        <p:txBody>
          <a:bodyPr lIns="0" tIns="0" rIns="0" bIns="0" anchor="t"/>
          <a:lstStyle>
            <a:lvl1pPr marL="0" indent="0">
              <a:spcBef>
                <a:spcPts val="0"/>
              </a:spcBef>
              <a:buNone/>
              <a:defRPr sz="1000" spc="0">
                <a:solidFill>
                  <a:schemeClr val="tx2"/>
                </a:solidFill>
                <a:latin typeface="+mn-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KEY CHALLENGES</a:t>
            </a:r>
          </a:p>
        </p:txBody>
      </p:sp>
      <p:sp>
        <p:nvSpPr>
          <p:cNvPr id="7" name="Text Placeholder 2">
            <a:extLst>
              <a:ext uri="{FF2B5EF4-FFF2-40B4-BE49-F238E27FC236}">
                <a16:creationId xmlns:a16="http://schemas.microsoft.com/office/drawing/2014/main" id="{B6EC71E7-1B0C-5975-15AF-BBD1F7E9C1B1}"/>
              </a:ext>
            </a:extLst>
          </p:cNvPr>
          <p:cNvSpPr>
            <a:spLocks noGrp="1"/>
          </p:cNvSpPr>
          <p:nvPr>
            <p:ph type="body" sz="quarter" idx="24" hasCustomPrompt="1"/>
          </p:nvPr>
        </p:nvSpPr>
        <p:spPr>
          <a:xfrm>
            <a:off x="4340835" y="2852615"/>
            <a:ext cx="3503450" cy="3458233"/>
          </a:xfrm>
          <a:custGeom>
            <a:avLst/>
            <a:gdLst>
              <a:gd name="connsiteX0" fmla="*/ 0 w 3775075"/>
              <a:gd name="connsiteY0" fmla="*/ 0 h 3399808"/>
              <a:gd name="connsiteX1" fmla="*/ 3775075 w 3775075"/>
              <a:gd name="connsiteY1" fmla="*/ 0 h 3399808"/>
              <a:gd name="connsiteX2" fmla="*/ 3775075 w 3775075"/>
              <a:gd name="connsiteY2" fmla="*/ 3399808 h 3399808"/>
              <a:gd name="connsiteX3" fmla="*/ 0 w 3775075"/>
              <a:gd name="connsiteY3" fmla="*/ 3399808 h 3399808"/>
              <a:gd name="connsiteX4" fmla="*/ 0 w 3775075"/>
              <a:gd name="connsiteY4" fmla="*/ 0 h 3399808"/>
              <a:gd name="connsiteX0" fmla="*/ 0 w 3775075"/>
              <a:gd name="connsiteY0" fmla="*/ 0 h 3399808"/>
              <a:gd name="connsiteX1" fmla="*/ 1819276 w 3775075"/>
              <a:gd name="connsiteY1" fmla="*/ 652 h 3399808"/>
              <a:gd name="connsiteX2" fmla="*/ 3775075 w 3775075"/>
              <a:gd name="connsiteY2" fmla="*/ 0 h 3399808"/>
              <a:gd name="connsiteX3" fmla="*/ 3775075 w 3775075"/>
              <a:gd name="connsiteY3" fmla="*/ 3399808 h 3399808"/>
              <a:gd name="connsiteX4" fmla="*/ 0 w 3775075"/>
              <a:gd name="connsiteY4" fmla="*/ 3399808 h 3399808"/>
              <a:gd name="connsiteX5" fmla="*/ 0 w 3775075"/>
              <a:gd name="connsiteY5" fmla="*/ 0 h 3399808"/>
              <a:gd name="connsiteX0" fmla="*/ 0 w 3778837"/>
              <a:gd name="connsiteY0" fmla="*/ 0 h 3399808"/>
              <a:gd name="connsiteX1" fmla="*/ 1819276 w 3778837"/>
              <a:gd name="connsiteY1" fmla="*/ 652 h 3399808"/>
              <a:gd name="connsiteX2" fmla="*/ 3775075 w 3778837"/>
              <a:gd name="connsiteY2" fmla="*/ 0 h 3399808"/>
              <a:gd name="connsiteX3" fmla="*/ 3775075 w 3778837"/>
              <a:gd name="connsiteY3" fmla="*/ 3399808 h 3399808"/>
              <a:gd name="connsiteX4" fmla="*/ 0 w 3778837"/>
              <a:gd name="connsiteY4" fmla="*/ 3399808 h 3399808"/>
              <a:gd name="connsiteX5" fmla="*/ 0 w 3778837"/>
              <a:gd name="connsiteY5" fmla="*/ 0 h 3399808"/>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277805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277805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88289 w 3782460"/>
              <a:gd name="connsiteY0" fmla="*/ 0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88289 w 3782460"/>
              <a:gd name="connsiteY6" fmla="*/ 0 h 3407333"/>
              <a:gd name="connsiteX0" fmla="*/ 35902 w 3797806"/>
              <a:gd name="connsiteY0" fmla="*/ 8467 h 3407333"/>
              <a:gd name="connsiteX1" fmla="*/ 1838245 w 3797806"/>
              <a:gd name="connsiteY1" fmla="*/ 652 h 3407333"/>
              <a:gd name="connsiteX2" fmla="*/ 3794044 w 3797806"/>
              <a:gd name="connsiteY2" fmla="*/ 0 h 3407333"/>
              <a:gd name="connsiteX3" fmla="*/ 3794044 w 3797806"/>
              <a:gd name="connsiteY3" fmla="*/ 3399808 h 3407333"/>
              <a:gd name="connsiteX4" fmla="*/ 18969 w 3797806"/>
              <a:gd name="connsiteY4" fmla="*/ 3399808 h 3407333"/>
              <a:gd name="connsiteX5" fmla="*/ 26378 w 3797806"/>
              <a:gd name="connsiteY5" fmla="*/ 517118 h 3407333"/>
              <a:gd name="connsiteX6" fmla="*/ 35902 w 3797806"/>
              <a:gd name="connsiteY6" fmla="*/ 8467 h 3407333"/>
              <a:gd name="connsiteX0" fmla="*/ 20556 w 3782460"/>
              <a:gd name="connsiteY0" fmla="*/ 8467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9547"/>
              <a:gd name="connsiteX1" fmla="*/ 1907566 w 3782460"/>
              <a:gd name="connsiteY1" fmla="*/ 9119 h 3409547"/>
              <a:gd name="connsiteX2" fmla="*/ 3778698 w 3782460"/>
              <a:gd name="connsiteY2" fmla="*/ 0 h 3409547"/>
              <a:gd name="connsiteX3" fmla="*/ 3778698 w 3782460"/>
              <a:gd name="connsiteY3" fmla="*/ 3399808 h 3409547"/>
              <a:gd name="connsiteX4" fmla="*/ 3623 w 3782460"/>
              <a:gd name="connsiteY4" fmla="*/ 3399808 h 3409547"/>
              <a:gd name="connsiteX5" fmla="*/ 11032 w 3782460"/>
              <a:gd name="connsiteY5" fmla="*/ 517118 h 3409547"/>
              <a:gd name="connsiteX6" fmla="*/ 20556 w 3782460"/>
              <a:gd name="connsiteY6" fmla="*/ 8467 h 3409547"/>
              <a:gd name="connsiteX0" fmla="*/ 20556 w 3785305"/>
              <a:gd name="connsiteY0" fmla="*/ 8467 h 3409547"/>
              <a:gd name="connsiteX1" fmla="*/ 1907566 w 3785305"/>
              <a:gd name="connsiteY1" fmla="*/ 9119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24391 h 3425471"/>
              <a:gd name="connsiteX1" fmla="*/ 1907566 w 3785305"/>
              <a:gd name="connsiteY1" fmla="*/ 0 h 3425471"/>
              <a:gd name="connsiteX2" fmla="*/ 3778698 w 3785305"/>
              <a:gd name="connsiteY2" fmla="*/ 15924 h 3425471"/>
              <a:gd name="connsiteX3" fmla="*/ 3778698 w 3785305"/>
              <a:gd name="connsiteY3" fmla="*/ 3415732 h 3425471"/>
              <a:gd name="connsiteX4" fmla="*/ 3623 w 3785305"/>
              <a:gd name="connsiteY4" fmla="*/ 3415732 h 3425471"/>
              <a:gd name="connsiteX5" fmla="*/ 11032 w 3785305"/>
              <a:gd name="connsiteY5" fmla="*/ 533042 h 3425471"/>
              <a:gd name="connsiteX6" fmla="*/ 20556 w 3785305"/>
              <a:gd name="connsiteY6" fmla="*/ 24391 h 3425471"/>
              <a:gd name="connsiteX0" fmla="*/ 20556 w 3785305"/>
              <a:gd name="connsiteY0" fmla="*/ 8467 h 3409547"/>
              <a:gd name="connsiteX1" fmla="*/ 1825236 w 3785305"/>
              <a:gd name="connsiteY1" fmla="*/ 771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8467 h 3409547"/>
              <a:gd name="connsiteX1" fmla="*/ 1825236 w 3785305"/>
              <a:gd name="connsiteY1" fmla="*/ 771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8467 h 3409547"/>
              <a:gd name="connsiteX1" fmla="*/ 1825236 w 3785305"/>
              <a:gd name="connsiteY1" fmla="*/ 771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8467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20556 w 3785305"/>
              <a:gd name="connsiteY5" fmla="*/ 8467 h 3409547"/>
              <a:gd name="connsiteX0" fmla="*/ 20556 w 3785305"/>
              <a:gd name="connsiteY0" fmla="*/ 17001 h 3418081"/>
              <a:gd name="connsiteX1" fmla="*/ 3778698 w 3785305"/>
              <a:gd name="connsiteY1" fmla="*/ 8534 h 3418081"/>
              <a:gd name="connsiteX2" fmla="*/ 3778698 w 3785305"/>
              <a:gd name="connsiteY2" fmla="*/ 3408342 h 3418081"/>
              <a:gd name="connsiteX3" fmla="*/ 3623 w 3785305"/>
              <a:gd name="connsiteY3" fmla="*/ 3408342 h 3418081"/>
              <a:gd name="connsiteX4" fmla="*/ 11032 w 3785305"/>
              <a:gd name="connsiteY4" fmla="*/ 525652 h 3418081"/>
              <a:gd name="connsiteX5" fmla="*/ 20556 w 3785305"/>
              <a:gd name="connsiteY5" fmla="*/ 17001 h 3418081"/>
              <a:gd name="connsiteX0" fmla="*/ 20556 w 3785305"/>
              <a:gd name="connsiteY0" fmla="*/ 8467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20556 w 3785305"/>
              <a:gd name="connsiteY5" fmla="*/ 8467 h 3409547"/>
              <a:gd name="connsiteX0" fmla="*/ 20556 w 3785305"/>
              <a:gd name="connsiteY0" fmla="*/ 8467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20556 w 3785305"/>
              <a:gd name="connsiteY5" fmla="*/ 8467 h 3409547"/>
              <a:gd name="connsiteX0" fmla="*/ 5587 w 3785305"/>
              <a:gd name="connsiteY0" fmla="*/ 11882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5587 w 3785305"/>
              <a:gd name="connsiteY5" fmla="*/ 11882 h 340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5305" h="3409547">
                <a:moveTo>
                  <a:pt x="5587" y="11882"/>
                </a:moveTo>
                <a:lnTo>
                  <a:pt x="3778698" y="0"/>
                </a:lnTo>
                <a:cubicBezTo>
                  <a:pt x="3787164" y="108803"/>
                  <a:pt x="3787846" y="1966030"/>
                  <a:pt x="3778698" y="3399808"/>
                </a:cubicBezTo>
                <a:cubicBezTo>
                  <a:pt x="2816673" y="3416741"/>
                  <a:pt x="804591" y="3408156"/>
                  <a:pt x="3623" y="3399808"/>
                </a:cubicBezTo>
                <a:cubicBezTo>
                  <a:pt x="-7665" y="3090104"/>
                  <a:pt x="11032" y="1083753"/>
                  <a:pt x="11032" y="517118"/>
                </a:cubicBezTo>
                <a:cubicBezTo>
                  <a:pt x="11032" y="-49517"/>
                  <a:pt x="310" y="114948"/>
                  <a:pt x="5587" y="11882"/>
                </a:cubicBezTo>
                <a:close/>
              </a:path>
            </a:pathLst>
          </a:custGeom>
          <a:solidFill>
            <a:schemeClr val="accent4"/>
          </a:solidFill>
        </p:spPr>
        <p:txBody>
          <a:bodyPr lIns="180000" tIns="180000" rIns="180000" bIns="180000"/>
          <a:lstStyle>
            <a:lvl1pPr marL="0" indent="0">
              <a:buNone/>
              <a:tabLst/>
              <a:defRPr sz="1600">
                <a:solidFill>
                  <a:schemeClr val="tx1"/>
                </a:solidFill>
                <a:latin typeface="+mn-lt"/>
              </a:defRPr>
            </a:lvl1pPr>
            <a:lvl2pPr marL="225425" indent="-90488">
              <a:tabLst/>
              <a:defRPr sz="1100"/>
            </a:lvl2pPr>
          </a:lstStyle>
          <a:p>
            <a:pPr marL="0" marR="0" lvl="0" indent="0" algn="l" defTabSz="914400" rtl="0" eaLnBrk="1" fontAlgn="auto" latinLnBrk="0" hangingPunct="1">
              <a:lnSpc>
                <a:spcPct val="105000"/>
              </a:lnSpc>
              <a:spcBef>
                <a:spcPts val="800"/>
              </a:spcBef>
              <a:spcAft>
                <a:spcPts val="0"/>
              </a:spcAft>
              <a:buClr>
                <a:srgbClr val="F7673B"/>
              </a:buClr>
              <a:buSzTx/>
              <a:buFont typeface="Arial" panose="020B0604020202020204" pitchFamily="34" charset="0"/>
              <a:buNone/>
              <a:tabLst/>
              <a:defRPr/>
            </a:pPr>
            <a:r>
              <a:rPr kumimoji="0" lang="en-GB" sz="1600" b="0" i="0" u="none" strike="noStrike" kern="1000" cap="none" spc="-40" normalizeH="0" baseline="0" noProof="0">
                <a:ln>
                  <a:noFill/>
                </a:ln>
                <a:solidFill>
                  <a:srgbClr val="0F3D51"/>
                </a:solidFill>
                <a:effectLst/>
                <a:uLnTx/>
                <a:uFillTx/>
                <a:latin typeface="Cadiz Book"/>
                <a:ea typeface="+mn-ea"/>
                <a:cs typeface="+mn-cs"/>
              </a:rPr>
              <a:t>Summarise the factors that affect/ enable/promote/hinder etc the customer with accomplishing their ambition. E.g.: Is the demand for certain resources scarce in the market? Are competitors pushing into the same segment? Could there be internal challenges like siloed work, legacy tech, convincing the right people of the importance of the work, lack of customer insight etc?</a:t>
            </a:r>
          </a:p>
        </p:txBody>
      </p:sp>
      <p:sp>
        <p:nvSpPr>
          <p:cNvPr id="29" name="Text Placeholder 10">
            <a:extLst>
              <a:ext uri="{FF2B5EF4-FFF2-40B4-BE49-F238E27FC236}">
                <a16:creationId xmlns:a16="http://schemas.microsoft.com/office/drawing/2014/main" id="{40C0FDAC-B596-C541-DBE5-AD5B12DBC9F9}"/>
              </a:ext>
            </a:extLst>
          </p:cNvPr>
          <p:cNvSpPr>
            <a:spLocks noGrp="1"/>
          </p:cNvSpPr>
          <p:nvPr>
            <p:ph type="body" sz="quarter" idx="27" hasCustomPrompt="1"/>
          </p:nvPr>
        </p:nvSpPr>
        <p:spPr>
          <a:xfrm>
            <a:off x="7989680" y="2335177"/>
            <a:ext cx="3187838" cy="204680"/>
          </a:xfrm>
          <a:prstGeom prst="rect">
            <a:avLst/>
          </a:prstGeom>
        </p:spPr>
        <p:txBody>
          <a:bodyPr lIns="0" tIns="0" rIns="0" bIns="0" anchor="t"/>
          <a:lstStyle>
            <a:lvl1pPr marL="0" indent="0">
              <a:spcBef>
                <a:spcPts val="0"/>
              </a:spcBef>
              <a:buNone/>
              <a:defRPr sz="1000" spc="0">
                <a:solidFill>
                  <a:schemeClr val="tx2"/>
                </a:solidFill>
                <a:latin typeface="+mn-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GOVERNING QUESTION</a:t>
            </a:r>
          </a:p>
        </p:txBody>
      </p:sp>
      <p:sp>
        <p:nvSpPr>
          <p:cNvPr id="21" name="Text Placeholder 2">
            <a:extLst>
              <a:ext uri="{FF2B5EF4-FFF2-40B4-BE49-F238E27FC236}">
                <a16:creationId xmlns:a16="http://schemas.microsoft.com/office/drawing/2014/main" id="{7ECC9F89-552A-6E02-EBE5-EC76228CDE75}"/>
              </a:ext>
            </a:extLst>
          </p:cNvPr>
          <p:cNvSpPr>
            <a:spLocks noGrp="1"/>
          </p:cNvSpPr>
          <p:nvPr>
            <p:ph type="body" sz="quarter" idx="25" hasCustomPrompt="1"/>
          </p:nvPr>
        </p:nvSpPr>
        <p:spPr>
          <a:xfrm>
            <a:off x="7989967" y="2852615"/>
            <a:ext cx="3500817" cy="3455987"/>
          </a:xfrm>
          <a:custGeom>
            <a:avLst/>
            <a:gdLst>
              <a:gd name="connsiteX0" fmla="*/ 0 w 3775075"/>
              <a:gd name="connsiteY0" fmla="*/ 0 h 3399808"/>
              <a:gd name="connsiteX1" fmla="*/ 3775075 w 3775075"/>
              <a:gd name="connsiteY1" fmla="*/ 0 h 3399808"/>
              <a:gd name="connsiteX2" fmla="*/ 3775075 w 3775075"/>
              <a:gd name="connsiteY2" fmla="*/ 3399808 h 3399808"/>
              <a:gd name="connsiteX3" fmla="*/ 0 w 3775075"/>
              <a:gd name="connsiteY3" fmla="*/ 3399808 h 3399808"/>
              <a:gd name="connsiteX4" fmla="*/ 0 w 3775075"/>
              <a:gd name="connsiteY4" fmla="*/ 0 h 3399808"/>
              <a:gd name="connsiteX0" fmla="*/ 0 w 3775075"/>
              <a:gd name="connsiteY0" fmla="*/ 0 h 3399808"/>
              <a:gd name="connsiteX1" fmla="*/ 1819276 w 3775075"/>
              <a:gd name="connsiteY1" fmla="*/ 652 h 3399808"/>
              <a:gd name="connsiteX2" fmla="*/ 3775075 w 3775075"/>
              <a:gd name="connsiteY2" fmla="*/ 0 h 3399808"/>
              <a:gd name="connsiteX3" fmla="*/ 3775075 w 3775075"/>
              <a:gd name="connsiteY3" fmla="*/ 3399808 h 3399808"/>
              <a:gd name="connsiteX4" fmla="*/ 0 w 3775075"/>
              <a:gd name="connsiteY4" fmla="*/ 3399808 h 3399808"/>
              <a:gd name="connsiteX5" fmla="*/ 0 w 3775075"/>
              <a:gd name="connsiteY5" fmla="*/ 0 h 3399808"/>
              <a:gd name="connsiteX0" fmla="*/ 0 w 3778837"/>
              <a:gd name="connsiteY0" fmla="*/ 0 h 3399808"/>
              <a:gd name="connsiteX1" fmla="*/ 1819276 w 3778837"/>
              <a:gd name="connsiteY1" fmla="*/ 652 h 3399808"/>
              <a:gd name="connsiteX2" fmla="*/ 3775075 w 3778837"/>
              <a:gd name="connsiteY2" fmla="*/ 0 h 3399808"/>
              <a:gd name="connsiteX3" fmla="*/ 3775075 w 3778837"/>
              <a:gd name="connsiteY3" fmla="*/ 3399808 h 3399808"/>
              <a:gd name="connsiteX4" fmla="*/ 0 w 3778837"/>
              <a:gd name="connsiteY4" fmla="*/ 3399808 h 3399808"/>
              <a:gd name="connsiteX5" fmla="*/ 0 w 3778837"/>
              <a:gd name="connsiteY5" fmla="*/ 0 h 3399808"/>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277805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277805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88289 w 3782460"/>
              <a:gd name="connsiteY0" fmla="*/ 0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88289 w 3782460"/>
              <a:gd name="connsiteY6" fmla="*/ 0 h 3407333"/>
              <a:gd name="connsiteX0" fmla="*/ 35902 w 3797806"/>
              <a:gd name="connsiteY0" fmla="*/ 8467 h 3407333"/>
              <a:gd name="connsiteX1" fmla="*/ 1838245 w 3797806"/>
              <a:gd name="connsiteY1" fmla="*/ 652 h 3407333"/>
              <a:gd name="connsiteX2" fmla="*/ 3794044 w 3797806"/>
              <a:gd name="connsiteY2" fmla="*/ 0 h 3407333"/>
              <a:gd name="connsiteX3" fmla="*/ 3794044 w 3797806"/>
              <a:gd name="connsiteY3" fmla="*/ 3399808 h 3407333"/>
              <a:gd name="connsiteX4" fmla="*/ 18969 w 3797806"/>
              <a:gd name="connsiteY4" fmla="*/ 3399808 h 3407333"/>
              <a:gd name="connsiteX5" fmla="*/ 26378 w 3797806"/>
              <a:gd name="connsiteY5" fmla="*/ 517118 h 3407333"/>
              <a:gd name="connsiteX6" fmla="*/ 35902 w 3797806"/>
              <a:gd name="connsiteY6" fmla="*/ 8467 h 3407333"/>
              <a:gd name="connsiteX0" fmla="*/ 20556 w 3782460"/>
              <a:gd name="connsiteY0" fmla="*/ 8467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9412 w 3786286"/>
              <a:gd name="connsiteY0" fmla="*/ 11882 h 3407333"/>
              <a:gd name="connsiteX1" fmla="*/ 1911392 w 3786286"/>
              <a:gd name="connsiteY1" fmla="*/ 9119 h 3407333"/>
              <a:gd name="connsiteX2" fmla="*/ 3782524 w 3786286"/>
              <a:gd name="connsiteY2" fmla="*/ 0 h 3407333"/>
              <a:gd name="connsiteX3" fmla="*/ 3782524 w 3786286"/>
              <a:gd name="connsiteY3" fmla="*/ 3399808 h 3407333"/>
              <a:gd name="connsiteX4" fmla="*/ 7449 w 3786286"/>
              <a:gd name="connsiteY4" fmla="*/ 3399808 h 3407333"/>
              <a:gd name="connsiteX5" fmla="*/ 14858 w 3786286"/>
              <a:gd name="connsiteY5" fmla="*/ 517118 h 3407333"/>
              <a:gd name="connsiteX6" fmla="*/ 9412 w 3786286"/>
              <a:gd name="connsiteY6" fmla="*/ 11882 h 3407333"/>
              <a:gd name="connsiteX0" fmla="*/ 5586 w 3782460"/>
              <a:gd name="connsiteY0" fmla="*/ 11882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5586 w 3782460"/>
              <a:gd name="connsiteY6" fmla="*/ 11882 h 340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2460" h="3407333">
                <a:moveTo>
                  <a:pt x="5586" y="11882"/>
                </a:moveTo>
                <a:lnTo>
                  <a:pt x="1907566" y="9119"/>
                </a:lnTo>
                <a:lnTo>
                  <a:pt x="3778698" y="0"/>
                </a:lnTo>
                <a:cubicBezTo>
                  <a:pt x="3787164" y="108803"/>
                  <a:pt x="3778698" y="2266539"/>
                  <a:pt x="3778698" y="3399808"/>
                </a:cubicBezTo>
                <a:cubicBezTo>
                  <a:pt x="2816673" y="3416741"/>
                  <a:pt x="1261981" y="3399808"/>
                  <a:pt x="3623" y="3399808"/>
                </a:cubicBezTo>
                <a:cubicBezTo>
                  <a:pt x="-7665" y="3090104"/>
                  <a:pt x="11032" y="1083753"/>
                  <a:pt x="11032" y="517118"/>
                </a:cubicBezTo>
                <a:cubicBezTo>
                  <a:pt x="11032" y="-49517"/>
                  <a:pt x="-3434" y="70557"/>
                  <a:pt x="5586" y="11882"/>
                </a:cubicBezTo>
                <a:close/>
              </a:path>
            </a:pathLst>
          </a:custGeom>
          <a:solidFill>
            <a:schemeClr val="tx1"/>
          </a:solidFill>
        </p:spPr>
        <p:txBody>
          <a:bodyPr lIns="180000" tIns="180000" rIns="180000" bIns="180000"/>
          <a:lstStyle>
            <a:lvl1pPr marL="0" indent="0">
              <a:buNone/>
              <a:tabLst/>
              <a:defRPr sz="1600">
                <a:solidFill>
                  <a:schemeClr val="bg1"/>
                </a:solidFill>
                <a:latin typeface="+mn-lt"/>
              </a:defRPr>
            </a:lvl1pPr>
            <a:lvl2pPr marL="225425" indent="-90488">
              <a:tabLst/>
              <a:defRPr sz="1100"/>
            </a:lvl2pPr>
          </a:lstStyle>
          <a:p>
            <a:pPr marL="0" indent="0">
              <a:lnSpc>
                <a:spcPct val="105000"/>
              </a:lnSpc>
              <a:spcBef>
                <a:spcPts val="800"/>
              </a:spcBef>
              <a:buNone/>
            </a:pPr>
            <a:r>
              <a:rPr lang="en-GB" sz="1600">
                <a:solidFill>
                  <a:schemeClr val="bg1"/>
                </a:solidFill>
              </a:rPr>
              <a:t>Write encapsulation of what we should achieve, or the essential thing we want to have answered. E.g.: What needs to be solved? Make it on point and ideally include </a:t>
            </a:r>
            <a:r>
              <a:rPr lang="en-GB" sz="1600" err="1">
                <a:solidFill>
                  <a:schemeClr val="bg1"/>
                </a:solidFill>
              </a:rPr>
              <a:t>Gofore</a:t>
            </a:r>
            <a:r>
              <a:rPr lang="en-GB" sz="1600">
                <a:solidFill>
                  <a:schemeClr val="bg1"/>
                </a:solidFill>
              </a:rPr>
              <a:t> in the question, like: "How can Company &amp; </a:t>
            </a:r>
            <a:r>
              <a:rPr lang="en-GB" sz="1600" err="1">
                <a:solidFill>
                  <a:schemeClr val="bg1"/>
                </a:solidFill>
              </a:rPr>
              <a:t>Gofore</a:t>
            </a:r>
            <a:r>
              <a:rPr lang="en-GB" sz="1600">
                <a:solidFill>
                  <a:schemeClr val="bg1"/>
                </a:solidFill>
              </a:rPr>
              <a:t> enable xxx, solve xxx, or make xxx happen?</a:t>
            </a:r>
          </a:p>
        </p:txBody>
      </p:sp>
      <p:cxnSp>
        <p:nvCxnSpPr>
          <p:cNvPr id="25" name="Straight Connector 24">
            <a:extLst>
              <a:ext uri="{FF2B5EF4-FFF2-40B4-BE49-F238E27FC236}">
                <a16:creationId xmlns:a16="http://schemas.microsoft.com/office/drawing/2014/main" id="{AA4ED7F2-13EF-286B-E425-C20EF93BF19E}"/>
              </a:ext>
              <a:ext uri="{C183D7F6-B498-43B3-948B-1728B52AA6E4}">
                <adec:decorative xmlns:adec="http://schemas.microsoft.com/office/drawing/2017/decorative" val="1"/>
              </a:ext>
            </a:extLst>
          </p:cNvPr>
          <p:cNvCxnSpPr>
            <a:cxnSpLocks/>
          </p:cNvCxnSpPr>
          <p:nvPr userDrawn="1"/>
        </p:nvCxnSpPr>
        <p:spPr>
          <a:xfrm>
            <a:off x="4323393" y="2417114"/>
            <a:ext cx="230118"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Freeform 25">
            <a:extLst>
              <a:ext uri="{FF2B5EF4-FFF2-40B4-BE49-F238E27FC236}">
                <a16:creationId xmlns:a16="http://schemas.microsoft.com/office/drawing/2014/main" id="{BEE2EF14-5BF6-6765-F25E-D4B4D178497F}"/>
              </a:ext>
              <a:ext uri="{C183D7F6-B498-43B3-948B-1728B52AA6E4}">
                <adec:decorative xmlns:adec="http://schemas.microsoft.com/office/drawing/2017/decorative" val="1"/>
              </a:ext>
            </a:extLst>
          </p:cNvPr>
          <p:cNvSpPr/>
          <p:nvPr userDrawn="1"/>
        </p:nvSpPr>
        <p:spPr>
          <a:xfrm>
            <a:off x="703638" y="2211142"/>
            <a:ext cx="230082" cy="20467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Lst>
            <a:ahLst/>
            <a:cxnLst>
              <a:cxn ang="0">
                <a:pos x="connsiteX0" y="connsiteY0"/>
              </a:cxn>
              <a:cxn ang="0">
                <a:pos x="connsiteX1" y="connsiteY1"/>
              </a:cxn>
              <a:cxn ang="0">
                <a:pos x="connsiteX2" y="connsiteY2"/>
              </a:cxn>
              <a:cxn ang="0">
                <a:pos x="connsiteX3" y="connsiteY3"/>
              </a:cxn>
            </a:cxnLst>
            <a:rect l="l" t="t" r="r" b="b"/>
            <a:pathLst>
              <a:path w="105908" h="94215">
                <a:moveTo>
                  <a:pt x="0" y="0"/>
                </a:moveTo>
                <a:cubicBezTo>
                  <a:pt x="669" y="12851"/>
                  <a:pt x="486" y="45732"/>
                  <a:pt x="1323" y="57396"/>
                </a:cubicBezTo>
                <a:cubicBezTo>
                  <a:pt x="2160" y="69060"/>
                  <a:pt x="6239" y="93292"/>
                  <a:pt x="36785" y="93804"/>
                </a:cubicBezTo>
                <a:cubicBezTo>
                  <a:pt x="64684" y="94316"/>
                  <a:pt x="83094" y="94472"/>
                  <a:pt x="105908" y="93554"/>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7" name="Freeform 26">
            <a:extLst>
              <a:ext uri="{FF2B5EF4-FFF2-40B4-BE49-F238E27FC236}">
                <a16:creationId xmlns:a16="http://schemas.microsoft.com/office/drawing/2014/main" id="{FF19D52F-F4D9-96B1-EC59-45DE52263FD4}"/>
              </a:ext>
              <a:ext uri="{C183D7F6-B498-43B3-948B-1728B52AA6E4}">
                <adec:decorative xmlns:adec="http://schemas.microsoft.com/office/drawing/2017/decorative" val="1"/>
              </a:ext>
            </a:extLst>
          </p:cNvPr>
          <p:cNvSpPr/>
          <p:nvPr userDrawn="1"/>
        </p:nvSpPr>
        <p:spPr>
          <a:xfrm rot="16200000" flipH="1">
            <a:off x="9473750" y="2428480"/>
            <a:ext cx="230082" cy="20467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Lst>
            <a:ahLst/>
            <a:cxnLst>
              <a:cxn ang="0">
                <a:pos x="connsiteX0" y="connsiteY0"/>
              </a:cxn>
              <a:cxn ang="0">
                <a:pos x="connsiteX1" y="connsiteY1"/>
              </a:cxn>
              <a:cxn ang="0">
                <a:pos x="connsiteX2" y="connsiteY2"/>
              </a:cxn>
              <a:cxn ang="0">
                <a:pos x="connsiteX3" y="connsiteY3"/>
              </a:cxn>
            </a:cxnLst>
            <a:rect l="l" t="t" r="r" b="b"/>
            <a:pathLst>
              <a:path w="105908" h="94215">
                <a:moveTo>
                  <a:pt x="0" y="0"/>
                </a:moveTo>
                <a:cubicBezTo>
                  <a:pt x="669" y="12851"/>
                  <a:pt x="486" y="45732"/>
                  <a:pt x="1323" y="57396"/>
                </a:cubicBezTo>
                <a:cubicBezTo>
                  <a:pt x="2160" y="69060"/>
                  <a:pt x="6239" y="93292"/>
                  <a:pt x="36785" y="93804"/>
                </a:cubicBezTo>
                <a:cubicBezTo>
                  <a:pt x="64684" y="94316"/>
                  <a:pt x="83094" y="94472"/>
                  <a:pt x="105908" y="93554"/>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C86A144E-C942-2F27-ABA9-594F21D6ED70}"/>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7452616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rocess / roadmap">
    <p:spTree>
      <p:nvGrpSpPr>
        <p:cNvPr id="1" name=""/>
        <p:cNvGrpSpPr/>
        <p:nvPr/>
      </p:nvGrpSpPr>
      <p:grpSpPr>
        <a:xfrm>
          <a:off x="0" y="0"/>
          <a:ext cx="0" cy="0"/>
          <a:chOff x="0" y="0"/>
          <a:chExt cx="0" cy="0"/>
        </a:xfrm>
      </p:grpSpPr>
      <p:pic>
        <p:nvPicPr>
          <p:cNvPr id="42" name="Graphic 41">
            <a:extLst>
              <a:ext uri="{FF2B5EF4-FFF2-40B4-BE49-F238E27FC236}">
                <a16:creationId xmlns:a16="http://schemas.microsoft.com/office/drawing/2014/main" id="{1B12D00A-CA2C-2688-1FF1-5A64A5F2F0B8}"/>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11463" b="15801"/>
          <a:stretch/>
        </p:blipFill>
        <p:spPr>
          <a:xfrm>
            <a:off x="4071914" y="1458410"/>
            <a:ext cx="6617172" cy="5399590"/>
          </a:xfrm>
          <a:prstGeom prst="rect">
            <a:avLst/>
          </a:prstGeom>
        </p:spPr>
      </p:pic>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4" name="Content Placeholder 6">
            <a:extLst>
              <a:ext uri="{FF2B5EF4-FFF2-40B4-BE49-F238E27FC236}">
                <a16:creationId xmlns:a16="http://schemas.microsoft.com/office/drawing/2014/main" id="{00149D5F-C0D7-08C3-842C-B841F02B360D}"/>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a:t>Click to edit Master text styles</a:t>
            </a:r>
          </a:p>
        </p:txBody>
      </p:sp>
      <p:sp>
        <p:nvSpPr>
          <p:cNvPr id="18" name="Content Placeholder 17">
            <a:extLst>
              <a:ext uri="{FF2B5EF4-FFF2-40B4-BE49-F238E27FC236}">
                <a16:creationId xmlns:a16="http://schemas.microsoft.com/office/drawing/2014/main" id="{82B7260A-3B5F-BEEB-B9C2-804A641E600D}"/>
              </a:ext>
            </a:extLst>
          </p:cNvPr>
          <p:cNvSpPr>
            <a:spLocks noGrp="1"/>
          </p:cNvSpPr>
          <p:nvPr>
            <p:ph sz="quarter" idx="16" hasCustomPrompt="1"/>
          </p:nvPr>
        </p:nvSpPr>
        <p:spPr>
          <a:xfrm>
            <a:off x="671169" y="3673418"/>
            <a:ext cx="826109" cy="844196"/>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27" name="Text Placeholder 26">
            <a:extLst>
              <a:ext uri="{FF2B5EF4-FFF2-40B4-BE49-F238E27FC236}">
                <a16:creationId xmlns:a16="http://schemas.microsoft.com/office/drawing/2014/main" id="{F4C66DEB-6B79-DFE9-2F13-45D1D029C6BC}"/>
              </a:ext>
            </a:extLst>
          </p:cNvPr>
          <p:cNvSpPr>
            <a:spLocks noGrp="1"/>
          </p:cNvSpPr>
          <p:nvPr>
            <p:ph type="body" sz="quarter" idx="23"/>
          </p:nvPr>
        </p:nvSpPr>
        <p:spPr>
          <a:xfrm>
            <a:off x="695326"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US"/>
              <a:t>Click to edit Master text styles</a:t>
            </a:r>
          </a:p>
        </p:txBody>
      </p:sp>
      <p:sp>
        <p:nvSpPr>
          <p:cNvPr id="24" name="Content Placeholder 17">
            <a:extLst>
              <a:ext uri="{FF2B5EF4-FFF2-40B4-BE49-F238E27FC236}">
                <a16:creationId xmlns:a16="http://schemas.microsoft.com/office/drawing/2014/main" id="{753DF5F1-A362-636C-07A6-3031289CF920}"/>
              </a:ext>
            </a:extLst>
          </p:cNvPr>
          <p:cNvSpPr>
            <a:spLocks noGrp="1"/>
          </p:cNvSpPr>
          <p:nvPr>
            <p:ph sz="quarter" idx="21" hasCustomPrompt="1"/>
          </p:nvPr>
        </p:nvSpPr>
        <p:spPr>
          <a:xfrm>
            <a:off x="2304730" y="3683171"/>
            <a:ext cx="840285" cy="82469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p:nvPr>
        </p:nvSpPr>
        <p:spPr>
          <a:xfrm>
            <a:off x="2310027"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US"/>
              <a:t>Click to edit Master text styles</a:t>
            </a:r>
          </a:p>
        </p:txBody>
      </p:sp>
      <p:sp>
        <p:nvSpPr>
          <p:cNvPr id="15" name="Content Placeholder 17">
            <a:extLst>
              <a:ext uri="{FF2B5EF4-FFF2-40B4-BE49-F238E27FC236}">
                <a16:creationId xmlns:a16="http://schemas.microsoft.com/office/drawing/2014/main" id="{DD17B576-9D06-2740-FEB0-B406BED62722}"/>
              </a:ext>
            </a:extLst>
          </p:cNvPr>
          <p:cNvSpPr>
            <a:spLocks noGrp="1"/>
          </p:cNvSpPr>
          <p:nvPr>
            <p:ph sz="quarter" idx="32" hasCustomPrompt="1"/>
          </p:nvPr>
        </p:nvSpPr>
        <p:spPr>
          <a:xfrm>
            <a:off x="3952467" y="3673418"/>
            <a:ext cx="826109" cy="844196"/>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17" name="Text Placeholder 26">
            <a:extLst>
              <a:ext uri="{FF2B5EF4-FFF2-40B4-BE49-F238E27FC236}">
                <a16:creationId xmlns:a16="http://schemas.microsoft.com/office/drawing/2014/main" id="{C7169E13-6705-1419-071F-81E958D79263}"/>
              </a:ext>
            </a:extLst>
          </p:cNvPr>
          <p:cNvSpPr>
            <a:spLocks noGrp="1"/>
          </p:cNvSpPr>
          <p:nvPr>
            <p:ph type="body" sz="quarter" idx="34"/>
          </p:nvPr>
        </p:nvSpPr>
        <p:spPr>
          <a:xfrm>
            <a:off x="3971326"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US"/>
              <a:t>Click to edit Master text styles</a:t>
            </a:r>
          </a:p>
        </p:txBody>
      </p:sp>
      <p:sp>
        <p:nvSpPr>
          <p:cNvPr id="16" name="Content Placeholder 17">
            <a:extLst>
              <a:ext uri="{FF2B5EF4-FFF2-40B4-BE49-F238E27FC236}">
                <a16:creationId xmlns:a16="http://schemas.microsoft.com/office/drawing/2014/main" id="{3A392666-912A-3DB0-C782-C8F9E9146228}"/>
              </a:ext>
            </a:extLst>
          </p:cNvPr>
          <p:cNvSpPr>
            <a:spLocks noGrp="1"/>
          </p:cNvSpPr>
          <p:nvPr>
            <p:ph sz="quarter" idx="33" hasCustomPrompt="1"/>
          </p:nvPr>
        </p:nvSpPr>
        <p:spPr>
          <a:xfrm>
            <a:off x="5586027" y="3683171"/>
            <a:ext cx="840285" cy="82469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19" name="Text Placeholder 26">
            <a:extLst>
              <a:ext uri="{FF2B5EF4-FFF2-40B4-BE49-F238E27FC236}">
                <a16:creationId xmlns:a16="http://schemas.microsoft.com/office/drawing/2014/main" id="{3C61597D-E425-55C6-303D-7FF648527DD4}"/>
              </a:ext>
            </a:extLst>
          </p:cNvPr>
          <p:cNvSpPr>
            <a:spLocks noGrp="1"/>
          </p:cNvSpPr>
          <p:nvPr>
            <p:ph type="body" sz="quarter" idx="35"/>
          </p:nvPr>
        </p:nvSpPr>
        <p:spPr>
          <a:xfrm>
            <a:off x="5586027"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US"/>
              <a:t>Click to edit Master text styles</a:t>
            </a:r>
          </a:p>
        </p:txBody>
      </p:sp>
      <p:sp>
        <p:nvSpPr>
          <p:cNvPr id="33" name="Content Placeholder 17">
            <a:extLst>
              <a:ext uri="{FF2B5EF4-FFF2-40B4-BE49-F238E27FC236}">
                <a16:creationId xmlns:a16="http://schemas.microsoft.com/office/drawing/2014/main" id="{39AAFB06-E8F5-1450-D9EC-121CCD9666DF}"/>
              </a:ext>
            </a:extLst>
          </p:cNvPr>
          <p:cNvSpPr>
            <a:spLocks noGrp="1"/>
          </p:cNvSpPr>
          <p:nvPr>
            <p:ph sz="quarter" idx="36" hasCustomPrompt="1"/>
          </p:nvPr>
        </p:nvSpPr>
        <p:spPr>
          <a:xfrm>
            <a:off x="7271667" y="3673418"/>
            <a:ext cx="826109" cy="844196"/>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36" name="Text Placeholder 26">
            <a:extLst>
              <a:ext uri="{FF2B5EF4-FFF2-40B4-BE49-F238E27FC236}">
                <a16:creationId xmlns:a16="http://schemas.microsoft.com/office/drawing/2014/main" id="{E5D413BA-8BAC-F718-F3D3-8980AAFE6C07}"/>
              </a:ext>
            </a:extLst>
          </p:cNvPr>
          <p:cNvSpPr>
            <a:spLocks noGrp="1"/>
          </p:cNvSpPr>
          <p:nvPr>
            <p:ph type="body" sz="quarter" idx="38"/>
          </p:nvPr>
        </p:nvSpPr>
        <p:spPr>
          <a:xfrm>
            <a:off x="7290526"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US"/>
              <a:t>Click to edit Master text styles</a:t>
            </a:r>
          </a:p>
        </p:txBody>
      </p:sp>
      <p:sp>
        <p:nvSpPr>
          <p:cNvPr id="35" name="Content Placeholder 17">
            <a:extLst>
              <a:ext uri="{FF2B5EF4-FFF2-40B4-BE49-F238E27FC236}">
                <a16:creationId xmlns:a16="http://schemas.microsoft.com/office/drawing/2014/main" id="{54C1FDA2-B6DE-1AD4-A37F-8484B5A61C8C}"/>
              </a:ext>
            </a:extLst>
          </p:cNvPr>
          <p:cNvSpPr>
            <a:spLocks noGrp="1"/>
          </p:cNvSpPr>
          <p:nvPr>
            <p:ph sz="quarter" idx="37" hasCustomPrompt="1"/>
          </p:nvPr>
        </p:nvSpPr>
        <p:spPr>
          <a:xfrm>
            <a:off x="8905227" y="3683171"/>
            <a:ext cx="840285" cy="82469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37" name="Text Placeholder 26">
            <a:extLst>
              <a:ext uri="{FF2B5EF4-FFF2-40B4-BE49-F238E27FC236}">
                <a16:creationId xmlns:a16="http://schemas.microsoft.com/office/drawing/2014/main" id="{E553B92D-7625-BAB7-E771-61A12A32E3E1}"/>
              </a:ext>
            </a:extLst>
          </p:cNvPr>
          <p:cNvSpPr>
            <a:spLocks noGrp="1"/>
          </p:cNvSpPr>
          <p:nvPr>
            <p:ph type="body" sz="quarter" idx="39"/>
          </p:nvPr>
        </p:nvSpPr>
        <p:spPr>
          <a:xfrm>
            <a:off x="8905227"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US"/>
              <a:t>Click to edit Master text styles</a:t>
            </a:r>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25007050-FE2E-F0F5-7959-F8D29A0FBBA2}"/>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9368792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rocess / roadmap v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4" name="Content Placeholder 6">
            <a:extLst>
              <a:ext uri="{FF2B5EF4-FFF2-40B4-BE49-F238E27FC236}">
                <a16:creationId xmlns:a16="http://schemas.microsoft.com/office/drawing/2014/main" id="{00149D5F-C0D7-08C3-842C-B841F02B360D}"/>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a:t>Click to edit Master text styles</a:t>
            </a:r>
          </a:p>
        </p:txBody>
      </p:sp>
      <p:sp>
        <p:nvSpPr>
          <p:cNvPr id="4" name="Text Placeholder 3">
            <a:extLst>
              <a:ext uri="{FF2B5EF4-FFF2-40B4-BE49-F238E27FC236}">
                <a16:creationId xmlns:a16="http://schemas.microsoft.com/office/drawing/2014/main" id="{1587DA75-DCD6-6B25-8C95-696A515581ED}"/>
              </a:ext>
            </a:extLst>
          </p:cNvPr>
          <p:cNvSpPr>
            <a:spLocks noGrp="1"/>
          </p:cNvSpPr>
          <p:nvPr>
            <p:ph type="body" sz="quarter" idx="40" hasCustomPrompt="1"/>
          </p:nvPr>
        </p:nvSpPr>
        <p:spPr>
          <a:xfrm>
            <a:off x="684648" y="3603368"/>
            <a:ext cx="2665501" cy="971194"/>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121977 w 4938320"/>
              <a:gd name="connsiteY0" fmla="*/ 22208 h 2351795"/>
              <a:gd name="connsiteX1" fmla="*/ 4458183 w 4938320"/>
              <a:gd name="connsiteY1" fmla="*/ -1 h 2351795"/>
              <a:gd name="connsiteX2" fmla="*/ 4938320 w 4938320"/>
              <a:gd name="connsiteY2" fmla="*/ 1151856 h 2351795"/>
              <a:gd name="connsiteX3" fmla="*/ 4490317 w 4938320"/>
              <a:gd name="connsiteY3" fmla="*/ 2344118 h 2351795"/>
              <a:gd name="connsiteX4" fmla="*/ 2437055 w 4938320"/>
              <a:gd name="connsiteY4" fmla="*/ 2351795 h 2351795"/>
              <a:gd name="connsiteX5" fmla="*/ 20963 w 4938320"/>
              <a:gd name="connsiteY5" fmla="*/ 2344118 h 2351795"/>
              <a:gd name="connsiteX6" fmla="*/ 54 w 4938320"/>
              <a:gd name="connsiteY6" fmla="*/ 1880624 h 2351795"/>
              <a:gd name="connsiteX7" fmla="*/ 121977 w 4938320"/>
              <a:gd name="connsiteY7" fmla="*/ 22208 h 2351795"/>
              <a:gd name="connsiteX0" fmla="*/ 103997 w 4920340"/>
              <a:gd name="connsiteY0" fmla="*/ 22208 h 2351795"/>
              <a:gd name="connsiteX1" fmla="*/ 4440203 w 4920340"/>
              <a:gd name="connsiteY1" fmla="*/ -1 h 2351795"/>
              <a:gd name="connsiteX2" fmla="*/ 4920340 w 4920340"/>
              <a:gd name="connsiteY2" fmla="*/ 1151856 h 2351795"/>
              <a:gd name="connsiteX3" fmla="*/ 4472337 w 4920340"/>
              <a:gd name="connsiteY3" fmla="*/ 2344118 h 2351795"/>
              <a:gd name="connsiteX4" fmla="*/ 2419075 w 4920340"/>
              <a:gd name="connsiteY4" fmla="*/ 2351795 h 2351795"/>
              <a:gd name="connsiteX5" fmla="*/ 2983 w 4920340"/>
              <a:gd name="connsiteY5" fmla="*/ 2344118 h 2351795"/>
              <a:gd name="connsiteX6" fmla="*/ 101534 w 4920340"/>
              <a:gd name="connsiteY6" fmla="*/ 1834971 h 2351795"/>
              <a:gd name="connsiteX7" fmla="*/ 103997 w 4920340"/>
              <a:gd name="connsiteY7" fmla="*/ 22208 h 2351795"/>
              <a:gd name="connsiteX0" fmla="*/ 9071 w 4825414"/>
              <a:gd name="connsiteY0" fmla="*/ 22208 h 2351795"/>
              <a:gd name="connsiteX1" fmla="*/ 4345277 w 4825414"/>
              <a:gd name="connsiteY1" fmla="*/ -1 h 2351795"/>
              <a:gd name="connsiteX2" fmla="*/ 4825414 w 4825414"/>
              <a:gd name="connsiteY2" fmla="*/ 1151856 h 2351795"/>
              <a:gd name="connsiteX3" fmla="*/ 4377411 w 4825414"/>
              <a:gd name="connsiteY3" fmla="*/ 2344118 h 2351795"/>
              <a:gd name="connsiteX4" fmla="*/ 2324149 w 4825414"/>
              <a:gd name="connsiteY4" fmla="*/ 2351795 h 2351795"/>
              <a:gd name="connsiteX5" fmla="*/ 10449 w 4825414"/>
              <a:gd name="connsiteY5" fmla="*/ 2344119 h 2351795"/>
              <a:gd name="connsiteX6" fmla="*/ 6608 w 4825414"/>
              <a:gd name="connsiteY6" fmla="*/ 1834971 h 2351795"/>
              <a:gd name="connsiteX7" fmla="*/ 9071 w 4825414"/>
              <a:gd name="connsiteY7" fmla="*/ 22208 h 235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25414" h="2351795">
                <a:moveTo>
                  <a:pt x="9071" y="22208"/>
                </a:moveTo>
                <a:lnTo>
                  <a:pt x="4345277" y="-1"/>
                </a:lnTo>
                <a:cubicBezTo>
                  <a:pt x="4365138" y="11040"/>
                  <a:pt x="4814248" y="1094376"/>
                  <a:pt x="4825414" y="1151856"/>
                </a:cubicBezTo>
                <a:cubicBezTo>
                  <a:pt x="4823014" y="1224676"/>
                  <a:pt x="4699591" y="1594907"/>
                  <a:pt x="4377411" y="2344118"/>
                </a:cubicBezTo>
                <a:lnTo>
                  <a:pt x="2324149" y="2351795"/>
                </a:lnTo>
                <a:lnTo>
                  <a:pt x="10449" y="2344119"/>
                </a:lnTo>
                <a:cubicBezTo>
                  <a:pt x="-13446" y="2342921"/>
                  <a:pt x="11863" y="2193044"/>
                  <a:pt x="6608" y="1834971"/>
                </a:cubicBezTo>
                <a:cubicBezTo>
                  <a:pt x="3400" y="1326946"/>
                  <a:pt x="22401" y="381081"/>
                  <a:pt x="9071" y="22208"/>
                </a:cubicBezTo>
                <a:close/>
              </a:path>
            </a:pathLst>
          </a:custGeom>
          <a:solidFill>
            <a:srgbClr val="FAF1EF"/>
          </a:solidFill>
          <a:ln w="28575">
            <a:solidFill>
              <a:schemeClr val="bg1"/>
            </a:solidFill>
          </a:ln>
        </p:spPr>
        <p:txBody>
          <a:bodyPr lIns="216000" tIns="108000" rIns="360000" bIns="108000" anchor="ctr"/>
          <a:lstStyle>
            <a:lvl1pPr marL="0" indent="0">
              <a:lnSpc>
                <a:spcPct val="90000"/>
              </a:lnSpc>
              <a:spcBef>
                <a:spcPts val="0"/>
              </a:spcBef>
              <a:buNone/>
              <a:defRPr spc="-40" baseline="0"/>
            </a:lvl1pPr>
          </a:lstStyle>
          <a:p>
            <a:pPr lvl="0"/>
            <a:r>
              <a:rPr lang="en-GB"/>
              <a:t>Insert text</a:t>
            </a:r>
          </a:p>
        </p:txBody>
      </p:sp>
      <p:sp>
        <p:nvSpPr>
          <p:cNvPr id="27" name="Text Placeholder 26">
            <a:extLst>
              <a:ext uri="{FF2B5EF4-FFF2-40B4-BE49-F238E27FC236}">
                <a16:creationId xmlns:a16="http://schemas.microsoft.com/office/drawing/2014/main" id="{F4C66DEB-6B79-DFE9-2F13-45D1D029C6BC}"/>
              </a:ext>
            </a:extLst>
          </p:cNvPr>
          <p:cNvSpPr>
            <a:spLocks noGrp="1"/>
          </p:cNvSpPr>
          <p:nvPr>
            <p:ph type="body" sz="quarter" idx="23" hasCustomPrompt="1"/>
          </p:nvPr>
        </p:nvSpPr>
        <p:spPr>
          <a:xfrm>
            <a:off x="893000"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hasCustomPrompt="1"/>
          </p:nvPr>
        </p:nvSpPr>
        <p:spPr>
          <a:xfrm>
            <a:off x="2009108"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add content</a:t>
            </a:r>
          </a:p>
        </p:txBody>
      </p:sp>
      <p:sp>
        <p:nvSpPr>
          <p:cNvPr id="9" name="Text Placeholder 3">
            <a:extLst>
              <a:ext uri="{FF2B5EF4-FFF2-40B4-BE49-F238E27FC236}">
                <a16:creationId xmlns:a16="http://schemas.microsoft.com/office/drawing/2014/main" id="{9A933D7A-4B46-D560-41E2-8C4D4D05F6C2}"/>
              </a:ext>
            </a:extLst>
          </p:cNvPr>
          <p:cNvSpPr>
            <a:spLocks noGrp="1"/>
          </p:cNvSpPr>
          <p:nvPr>
            <p:ph type="body" sz="quarter" idx="41" hasCustomPrompt="1"/>
          </p:nvPr>
        </p:nvSpPr>
        <p:spPr>
          <a:xfrm>
            <a:off x="3093389" y="3603112"/>
            <a:ext cx="2807683" cy="971450"/>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2868" h="2352415">
                <a:moveTo>
                  <a:pt x="0" y="0"/>
                </a:moveTo>
                <a:lnTo>
                  <a:pt x="4472731" y="619"/>
                </a:lnTo>
                <a:cubicBezTo>
                  <a:pt x="4492592" y="11660"/>
                  <a:pt x="4941702" y="1094996"/>
                  <a:pt x="4952868" y="1152476"/>
                </a:cubicBezTo>
                <a:cubicBezTo>
                  <a:pt x="4950468" y="1225296"/>
                  <a:pt x="4827045" y="1595527"/>
                  <a:pt x="4504865" y="2344738"/>
                </a:cubicBezTo>
                <a:lnTo>
                  <a:pt x="2451603" y="2352415"/>
                </a:lnTo>
                <a:lnTo>
                  <a:pt x="35511" y="2344738"/>
                </a:lnTo>
                <a:cubicBezTo>
                  <a:pt x="11616" y="2343540"/>
                  <a:pt x="19857" y="2239317"/>
                  <a:pt x="14602" y="1881244"/>
                </a:cubicBezTo>
                <a:cubicBezTo>
                  <a:pt x="11394" y="1373219"/>
                  <a:pt x="13330" y="358873"/>
                  <a:pt x="0" y="0"/>
                </a:cubicBezTo>
                <a:close/>
              </a:path>
            </a:pathLst>
          </a:custGeom>
          <a:solidFill>
            <a:srgbClr val="FAF1EF"/>
          </a:solidFill>
          <a:ln w="28575">
            <a:solidFill>
              <a:schemeClr val="bg1"/>
            </a:solidFill>
          </a:ln>
        </p:spPr>
        <p:txBody>
          <a:bodyPr lIns="396000" tIns="108000" rIns="360000" bIns="108000" anchor="ctr"/>
          <a:lstStyle>
            <a:lvl1pPr marL="0" indent="0">
              <a:lnSpc>
                <a:spcPct val="90000"/>
              </a:lnSpc>
              <a:spcBef>
                <a:spcPts val="0"/>
              </a:spcBef>
              <a:buNone/>
              <a:defRPr spc="-40" baseline="0"/>
            </a:lvl1pPr>
          </a:lstStyle>
          <a:p>
            <a:pPr lvl="0"/>
            <a:r>
              <a:rPr lang="en-GB"/>
              <a:t>Insert text</a:t>
            </a:r>
          </a:p>
        </p:txBody>
      </p:sp>
      <p:sp>
        <p:nvSpPr>
          <p:cNvPr id="17" name="Text Placeholder 26">
            <a:extLst>
              <a:ext uri="{FF2B5EF4-FFF2-40B4-BE49-F238E27FC236}">
                <a16:creationId xmlns:a16="http://schemas.microsoft.com/office/drawing/2014/main" id="{C7169E13-6705-1419-071F-81E958D79263}"/>
              </a:ext>
            </a:extLst>
          </p:cNvPr>
          <p:cNvSpPr>
            <a:spLocks noGrp="1"/>
          </p:cNvSpPr>
          <p:nvPr>
            <p:ph type="body" sz="quarter" idx="34" hasCustomPrompt="1"/>
          </p:nvPr>
        </p:nvSpPr>
        <p:spPr>
          <a:xfrm>
            <a:off x="3444467"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sp>
        <p:nvSpPr>
          <p:cNvPr id="19" name="Text Placeholder 26">
            <a:extLst>
              <a:ext uri="{FF2B5EF4-FFF2-40B4-BE49-F238E27FC236}">
                <a16:creationId xmlns:a16="http://schemas.microsoft.com/office/drawing/2014/main" id="{3C61597D-E425-55C6-303D-7FF648527DD4}"/>
              </a:ext>
            </a:extLst>
          </p:cNvPr>
          <p:cNvSpPr>
            <a:spLocks noGrp="1"/>
          </p:cNvSpPr>
          <p:nvPr>
            <p:ph type="body" sz="quarter" idx="35" hasCustomPrompt="1"/>
          </p:nvPr>
        </p:nvSpPr>
        <p:spPr>
          <a:xfrm>
            <a:off x="4591639"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add content</a:t>
            </a:r>
          </a:p>
        </p:txBody>
      </p:sp>
      <p:sp>
        <p:nvSpPr>
          <p:cNvPr id="11" name="Text Placeholder 3">
            <a:extLst>
              <a:ext uri="{FF2B5EF4-FFF2-40B4-BE49-F238E27FC236}">
                <a16:creationId xmlns:a16="http://schemas.microsoft.com/office/drawing/2014/main" id="{7E020329-61DD-9C2E-7A6E-975D8FF98828}"/>
              </a:ext>
            </a:extLst>
          </p:cNvPr>
          <p:cNvSpPr>
            <a:spLocks noGrp="1"/>
          </p:cNvSpPr>
          <p:nvPr>
            <p:ph type="body" sz="quarter" idx="42" hasCustomPrompt="1"/>
          </p:nvPr>
        </p:nvSpPr>
        <p:spPr>
          <a:xfrm>
            <a:off x="5644312" y="3603112"/>
            <a:ext cx="2807683" cy="971450"/>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2868" h="2352415">
                <a:moveTo>
                  <a:pt x="0" y="0"/>
                </a:moveTo>
                <a:lnTo>
                  <a:pt x="4472731" y="619"/>
                </a:lnTo>
                <a:cubicBezTo>
                  <a:pt x="4492592" y="11660"/>
                  <a:pt x="4941702" y="1094996"/>
                  <a:pt x="4952868" y="1152476"/>
                </a:cubicBezTo>
                <a:cubicBezTo>
                  <a:pt x="4950468" y="1225296"/>
                  <a:pt x="4827045" y="1595527"/>
                  <a:pt x="4504865" y="2344738"/>
                </a:cubicBezTo>
                <a:lnTo>
                  <a:pt x="2451603" y="2352415"/>
                </a:lnTo>
                <a:lnTo>
                  <a:pt x="35511" y="2344738"/>
                </a:lnTo>
                <a:cubicBezTo>
                  <a:pt x="11616" y="2343540"/>
                  <a:pt x="19857" y="2239317"/>
                  <a:pt x="14602" y="1881244"/>
                </a:cubicBezTo>
                <a:cubicBezTo>
                  <a:pt x="11394" y="1373219"/>
                  <a:pt x="13330" y="358873"/>
                  <a:pt x="0" y="0"/>
                </a:cubicBezTo>
                <a:close/>
              </a:path>
            </a:pathLst>
          </a:custGeom>
          <a:solidFill>
            <a:srgbClr val="FAF1EF"/>
          </a:solidFill>
          <a:ln w="28575">
            <a:solidFill>
              <a:schemeClr val="bg1"/>
            </a:solidFill>
          </a:ln>
        </p:spPr>
        <p:txBody>
          <a:bodyPr lIns="396000" tIns="108000" rIns="360000" bIns="108000" anchor="ctr"/>
          <a:lstStyle>
            <a:lvl1pPr marL="0" indent="0">
              <a:lnSpc>
                <a:spcPct val="90000"/>
              </a:lnSpc>
              <a:spcBef>
                <a:spcPts val="0"/>
              </a:spcBef>
              <a:buNone/>
              <a:defRPr spc="-40" baseline="0"/>
            </a:lvl1pPr>
          </a:lstStyle>
          <a:p>
            <a:pPr lvl="0"/>
            <a:r>
              <a:rPr lang="en-GB"/>
              <a:t>Insert text</a:t>
            </a:r>
          </a:p>
        </p:txBody>
      </p:sp>
      <p:sp>
        <p:nvSpPr>
          <p:cNvPr id="36" name="Text Placeholder 26">
            <a:extLst>
              <a:ext uri="{FF2B5EF4-FFF2-40B4-BE49-F238E27FC236}">
                <a16:creationId xmlns:a16="http://schemas.microsoft.com/office/drawing/2014/main" id="{E5D413BA-8BAC-F718-F3D3-8980AAFE6C07}"/>
              </a:ext>
            </a:extLst>
          </p:cNvPr>
          <p:cNvSpPr>
            <a:spLocks noGrp="1"/>
          </p:cNvSpPr>
          <p:nvPr>
            <p:ph type="body" sz="quarter" idx="38" hasCustomPrompt="1"/>
          </p:nvPr>
        </p:nvSpPr>
        <p:spPr>
          <a:xfrm>
            <a:off x="5995934"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sp>
        <p:nvSpPr>
          <p:cNvPr id="37" name="Text Placeholder 26">
            <a:extLst>
              <a:ext uri="{FF2B5EF4-FFF2-40B4-BE49-F238E27FC236}">
                <a16:creationId xmlns:a16="http://schemas.microsoft.com/office/drawing/2014/main" id="{E553B92D-7625-BAB7-E771-61A12A32E3E1}"/>
              </a:ext>
            </a:extLst>
          </p:cNvPr>
          <p:cNvSpPr>
            <a:spLocks noGrp="1"/>
          </p:cNvSpPr>
          <p:nvPr>
            <p:ph type="body" sz="quarter" idx="39" hasCustomPrompt="1"/>
          </p:nvPr>
        </p:nvSpPr>
        <p:spPr>
          <a:xfrm>
            <a:off x="7173384"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add content</a:t>
            </a:r>
          </a:p>
        </p:txBody>
      </p:sp>
      <p:sp>
        <p:nvSpPr>
          <p:cNvPr id="12" name="Text Placeholder 3">
            <a:extLst>
              <a:ext uri="{FF2B5EF4-FFF2-40B4-BE49-F238E27FC236}">
                <a16:creationId xmlns:a16="http://schemas.microsoft.com/office/drawing/2014/main" id="{DD8E6676-5A16-AF66-4FB2-66A28D222B35}"/>
              </a:ext>
            </a:extLst>
          </p:cNvPr>
          <p:cNvSpPr>
            <a:spLocks noGrp="1"/>
          </p:cNvSpPr>
          <p:nvPr>
            <p:ph type="body" sz="quarter" idx="43" hasCustomPrompt="1"/>
          </p:nvPr>
        </p:nvSpPr>
        <p:spPr>
          <a:xfrm>
            <a:off x="8195236" y="3603112"/>
            <a:ext cx="2807683" cy="971450"/>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2868" h="2352415">
                <a:moveTo>
                  <a:pt x="0" y="0"/>
                </a:moveTo>
                <a:lnTo>
                  <a:pt x="4472731" y="619"/>
                </a:lnTo>
                <a:cubicBezTo>
                  <a:pt x="4492592" y="11660"/>
                  <a:pt x="4941702" y="1094996"/>
                  <a:pt x="4952868" y="1152476"/>
                </a:cubicBezTo>
                <a:cubicBezTo>
                  <a:pt x="4950468" y="1225296"/>
                  <a:pt x="4827045" y="1595527"/>
                  <a:pt x="4504865" y="2344738"/>
                </a:cubicBezTo>
                <a:lnTo>
                  <a:pt x="2451603" y="2352415"/>
                </a:lnTo>
                <a:lnTo>
                  <a:pt x="35511" y="2344738"/>
                </a:lnTo>
                <a:cubicBezTo>
                  <a:pt x="11616" y="2343540"/>
                  <a:pt x="19857" y="2239317"/>
                  <a:pt x="14602" y="1881244"/>
                </a:cubicBezTo>
                <a:cubicBezTo>
                  <a:pt x="11394" y="1373219"/>
                  <a:pt x="13330" y="358873"/>
                  <a:pt x="0" y="0"/>
                </a:cubicBezTo>
                <a:close/>
              </a:path>
            </a:pathLst>
          </a:custGeom>
          <a:solidFill>
            <a:srgbClr val="FAF1EF"/>
          </a:solidFill>
          <a:ln w="28575">
            <a:solidFill>
              <a:schemeClr val="bg1"/>
            </a:solidFill>
          </a:ln>
        </p:spPr>
        <p:txBody>
          <a:bodyPr lIns="396000" tIns="108000" rIns="360000" bIns="108000" anchor="ctr"/>
          <a:lstStyle>
            <a:lvl1pPr marL="0" indent="0">
              <a:lnSpc>
                <a:spcPct val="90000"/>
              </a:lnSpc>
              <a:spcBef>
                <a:spcPts val="0"/>
              </a:spcBef>
              <a:buNone/>
              <a:defRPr spc="-40" baseline="0"/>
            </a:lvl1pPr>
          </a:lstStyle>
          <a:p>
            <a:pPr lvl="0"/>
            <a:r>
              <a:rPr lang="en-GB"/>
              <a:t>Insert text</a:t>
            </a:r>
          </a:p>
        </p:txBody>
      </p:sp>
      <p:sp>
        <p:nvSpPr>
          <p:cNvPr id="13" name="Text Placeholder 26">
            <a:extLst>
              <a:ext uri="{FF2B5EF4-FFF2-40B4-BE49-F238E27FC236}">
                <a16:creationId xmlns:a16="http://schemas.microsoft.com/office/drawing/2014/main" id="{96787B3C-D8B5-9072-2E8F-0520D6B34F21}"/>
              </a:ext>
            </a:extLst>
          </p:cNvPr>
          <p:cNvSpPr>
            <a:spLocks noGrp="1"/>
          </p:cNvSpPr>
          <p:nvPr>
            <p:ph type="body" sz="quarter" idx="44" hasCustomPrompt="1"/>
          </p:nvPr>
        </p:nvSpPr>
        <p:spPr>
          <a:xfrm>
            <a:off x="8547401"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197F5739-BC79-4391-40E3-2017C0D05FC3}"/>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062685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cess &amp; contents overview">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US" noProof="0" dirty="0"/>
              <a:t>Click to insert Headline</a:t>
            </a:r>
            <a:endParaRPr lang="fi-FI" dirty="0"/>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hasCustomPrompt="1"/>
          </p:nvPr>
        </p:nvSpPr>
        <p:spPr>
          <a:xfrm>
            <a:off x="695323"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3" name="Text Placeholder 26">
            <a:extLst>
              <a:ext uri="{FF2B5EF4-FFF2-40B4-BE49-F238E27FC236}">
                <a16:creationId xmlns:a16="http://schemas.microsoft.com/office/drawing/2014/main" id="{E2B42834-541F-8A8B-4891-5D593893973C}"/>
              </a:ext>
            </a:extLst>
          </p:cNvPr>
          <p:cNvSpPr>
            <a:spLocks noGrp="1"/>
          </p:cNvSpPr>
          <p:nvPr>
            <p:ph type="body" sz="quarter" idx="44" hasCustomPrompt="1"/>
          </p:nvPr>
        </p:nvSpPr>
        <p:spPr>
          <a:xfrm>
            <a:off x="3412515"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14" name="Text Placeholder 26">
            <a:extLst>
              <a:ext uri="{FF2B5EF4-FFF2-40B4-BE49-F238E27FC236}">
                <a16:creationId xmlns:a16="http://schemas.microsoft.com/office/drawing/2014/main" id="{F2DEF7D8-8581-B9A5-DC88-7AA37313AB87}"/>
              </a:ext>
            </a:extLst>
          </p:cNvPr>
          <p:cNvSpPr>
            <a:spLocks noGrp="1"/>
          </p:cNvSpPr>
          <p:nvPr>
            <p:ph type="body" sz="quarter" idx="45" hasCustomPrompt="1"/>
          </p:nvPr>
        </p:nvSpPr>
        <p:spPr>
          <a:xfrm>
            <a:off x="6129707"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15" name="Text Placeholder 26">
            <a:extLst>
              <a:ext uri="{FF2B5EF4-FFF2-40B4-BE49-F238E27FC236}">
                <a16:creationId xmlns:a16="http://schemas.microsoft.com/office/drawing/2014/main" id="{8164FCAE-9F45-72A4-5DA5-2CC801F51248}"/>
              </a:ext>
            </a:extLst>
          </p:cNvPr>
          <p:cNvSpPr>
            <a:spLocks noGrp="1"/>
          </p:cNvSpPr>
          <p:nvPr>
            <p:ph type="body" sz="quarter" idx="46" hasCustomPrompt="1"/>
          </p:nvPr>
        </p:nvSpPr>
        <p:spPr>
          <a:xfrm>
            <a:off x="8846900"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22" name="Text Placeholder 26">
            <a:extLst>
              <a:ext uri="{FF2B5EF4-FFF2-40B4-BE49-F238E27FC236}">
                <a16:creationId xmlns:a16="http://schemas.microsoft.com/office/drawing/2014/main" id="{2C53DBDB-71C5-C3D3-7BC9-72E0A89D4871}"/>
              </a:ext>
            </a:extLst>
          </p:cNvPr>
          <p:cNvSpPr>
            <a:spLocks noGrp="1"/>
          </p:cNvSpPr>
          <p:nvPr>
            <p:ph type="body" sz="quarter" idx="47" hasCustomPrompt="1"/>
          </p:nvPr>
        </p:nvSpPr>
        <p:spPr>
          <a:xfrm>
            <a:off x="695323"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3" name="Text Placeholder 26">
            <a:extLst>
              <a:ext uri="{FF2B5EF4-FFF2-40B4-BE49-F238E27FC236}">
                <a16:creationId xmlns:a16="http://schemas.microsoft.com/office/drawing/2014/main" id="{50E63CBF-3677-CED8-53DF-AEB567F3D211}"/>
              </a:ext>
            </a:extLst>
          </p:cNvPr>
          <p:cNvSpPr>
            <a:spLocks noGrp="1"/>
          </p:cNvSpPr>
          <p:nvPr>
            <p:ph type="body" sz="quarter" idx="48" hasCustomPrompt="1"/>
          </p:nvPr>
        </p:nvSpPr>
        <p:spPr>
          <a:xfrm>
            <a:off x="3412515"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4" name="Text Placeholder 26">
            <a:extLst>
              <a:ext uri="{FF2B5EF4-FFF2-40B4-BE49-F238E27FC236}">
                <a16:creationId xmlns:a16="http://schemas.microsoft.com/office/drawing/2014/main" id="{82641B00-F6DB-C1E6-500C-96624C6E1B46}"/>
              </a:ext>
            </a:extLst>
          </p:cNvPr>
          <p:cNvSpPr>
            <a:spLocks noGrp="1"/>
          </p:cNvSpPr>
          <p:nvPr>
            <p:ph type="body" sz="quarter" idx="49" hasCustomPrompt="1"/>
          </p:nvPr>
        </p:nvSpPr>
        <p:spPr>
          <a:xfrm>
            <a:off x="6129707"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5" name="Text Placeholder 26">
            <a:extLst>
              <a:ext uri="{FF2B5EF4-FFF2-40B4-BE49-F238E27FC236}">
                <a16:creationId xmlns:a16="http://schemas.microsoft.com/office/drawing/2014/main" id="{85CC4EAE-9855-D1D5-0CB3-2B2926037105}"/>
              </a:ext>
            </a:extLst>
          </p:cNvPr>
          <p:cNvSpPr>
            <a:spLocks noGrp="1"/>
          </p:cNvSpPr>
          <p:nvPr>
            <p:ph type="body" sz="quarter" idx="50" hasCustomPrompt="1"/>
          </p:nvPr>
        </p:nvSpPr>
        <p:spPr>
          <a:xfrm>
            <a:off x="8846900"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6" name="Text Placeholder 26">
            <a:extLst>
              <a:ext uri="{FF2B5EF4-FFF2-40B4-BE49-F238E27FC236}">
                <a16:creationId xmlns:a16="http://schemas.microsoft.com/office/drawing/2014/main" id="{33244078-DB3A-2D80-BE36-EF48C9B22107}"/>
              </a:ext>
            </a:extLst>
          </p:cNvPr>
          <p:cNvSpPr>
            <a:spLocks noGrp="1"/>
          </p:cNvSpPr>
          <p:nvPr>
            <p:ph type="body" sz="quarter" idx="51" hasCustomPrompt="1"/>
          </p:nvPr>
        </p:nvSpPr>
        <p:spPr>
          <a:xfrm>
            <a:off x="695323"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1" name="Text Placeholder 26">
            <a:extLst>
              <a:ext uri="{FF2B5EF4-FFF2-40B4-BE49-F238E27FC236}">
                <a16:creationId xmlns:a16="http://schemas.microsoft.com/office/drawing/2014/main" id="{D9B1C158-BEFC-7FA2-1736-57BDE5E16140}"/>
              </a:ext>
            </a:extLst>
          </p:cNvPr>
          <p:cNvSpPr>
            <a:spLocks noGrp="1"/>
          </p:cNvSpPr>
          <p:nvPr>
            <p:ph type="body" sz="quarter" idx="52" hasCustomPrompt="1"/>
          </p:nvPr>
        </p:nvSpPr>
        <p:spPr>
          <a:xfrm>
            <a:off x="3412515"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32" name="Text Placeholder 26">
            <a:extLst>
              <a:ext uri="{FF2B5EF4-FFF2-40B4-BE49-F238E27FC236}">
                <a16:creationId xmlns:a16="http://schemas.microsoft.com/office/drawing/2014/main" id="{3CAC8FA8-4BF3-86A0-32FE-D5F597A28A2A}"/>
              </a:ext>
            </a:extLst>
          </p:cNvPr>
          <p:cNvSpPr>
            <a:spLocks noGrp="1"/>
          </p:cNvSpPr>
          <p:nvPr>
            <p:ph type="body" sz="quarter" idx="53" hasCustomPrompt="1"/>
          </p:nvPr>
        </p:nvSpPr>
        <p:spPr>
          <a:xfrm>
            <a:off x="6129707"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33" name="Text Placeholder 26">
            <a:extLst>
              <a:ext uri="{FF2B5EF4-FFF2-40B4-BE49-F238E27FC236}">
                <a16:creationId xmlns:a16="http://schemas.microsoft.com/office/drawing/2014/main" id="{D0729F30-245D-E353-74FF-93B2D7A59A1F}"/>
              </a:ext>
            </a:extLst>
          </p:cNvPr>
          <p:cNvSpPr>
            <a:spLocks noGrp="1"/>
          </p:cNvSpPr>
          <p:nvPr>
            <p:ph type="body" sz="quarter" idx="54" hasCustomPrompt="1"/>
          </p:nvPr>
        </p:nvSpPr>
        <p:spPr>
          <a:xfrm>
            <a:off x="8846900"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34" name="Text Placeholder 26">
            <a:extLst>
              <a:ext uri="{FF2B5EF4-FFF2-40B4-BE49-F238E27FC236}">
                <a16:creationId xmlns:a16="http://schemas.microsoft.com/office/drawing/2014/main" id="{7518FBE4-3C22-571A-94EB-139024932C45}"/>
              </a:ext>
            </a:extLst>
          </p:cNvPr>
          <p:cNvSpPr>
            <a:spLocks noGrp="1"/>
          </p:cNvSpPr>
          <p:nvPr>
            <p:ph type="body" sz="quarter" idx="55" hasCustomPrompt="1"/>
          </p:nvPr>
        </p:nvSpPr>
        <p:spPr>
          <a:xfrm>
            <a:off x="695323"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5" name="Text Placeholder 26">
            <a:extLst>
              <a:ext uri="{FF2B5EF4-FFF2-40B4-BE49-F238E27FC236}">
                <a16:creationId xmlns:a16="http://schemas.microsoft.com/office/drawing/2014/main" id="{B34AD992-EA1D-283F-03A8-B3F38EC858FB}"/>
              </a:ext>
            </a:extLst>
          </p:cNvPr>
          <p:cNvSpPr>
            <a:spLocks noGrp="1"/>
          </p:cNvSpPr>
          <p:nvPr>
            <p:ph type="body" sz="quarter" idx="56" hasCustomPrompt="1"/>
          </p:nvPr>
        </p:nvSpPr>
        <p:spPr>
          <a:xfrm>
            <a:off x="3412515"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8" name="Text Placeholder 26">
            <a:extLst>
              <a:ext uri="{FF2B5EF4-FFF2-40B4-BE49-F238E27FC236}">
                <a16:creationId xmlns:a16="http://schemas.microsoft.com/office/drawing/2014/main" id="{A88BDAC7-054D-DDBD-660A-42652FD87D85}"/>
              </a:ext>
            </a:extLst>
          </p:cNvPr>
          <p:cNvSpPr>
            <a:spLocks noGrp="1"/>
          </p:cNvSpPr>
          <p:nvPr>
            <p:ph type="body" sz="quarter" idx="57" hasCustomPrompt="1"/>
          </p:nvPr>
        </p:nvSpPr>
        <p:spPr>
          <a:xfrm>
            <a:off x="6129707"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9" name="Text Placeholder 26">
            <a:extLst>
              <a:ext uri="{FF2B5EF4-FFF2-40B4-BE49-F238E27FC236}">
                <a16:creationId xmlns:a16="http://schemas.microsoft.com/office/drawing/2014/main" id="{040C444E-392E-AD11-4D7F-FB53300195BF}"/>
              </a:ext>
            </a:extLst>
          </p:cNvPr>
          <p:cNvSpPr>
            <a:spLocks noGrp="1"/>
          </p:cNvSpPr>
          <p:nvPr>
            <p:ph type="body" sz="quarter" idx="58" hasCustomPrompt="1"/>
          </p:nvPr>
        </p:nvSpPr>
        <p:spPr>
          <a:xfrm>
            <a:off x="8846900"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40" name="Text Placeholder 26">
            <a:extLst>
              <a:ext uri="{FF2B5EF4-FFF2-40B4-BE49-F238E27FC236}">
                <a16:creationId xmlns:a16="http://schemas.microsoft.com/office/drawing/2014/main" id="{A125FE2E-C37C-5F61-4F50-1CE696A329C3}"/>
              </a:ext>
            </a:extLst>
          </p:cNvPr>
          <p:cNvSpPr>
            <a:spLocks noGrp="1"/>
          </p:cNvSpPr>
          <p:nvPr>
            <p:ph type="body" sz="quarter" idx="59" hasCustomPrompt="1"/>
          </p:nvPr>
        </p:nvSpPr>
        <p:spPr>
          <a:xfrm>
            <a:off x="695323"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1" name="Text Placeholder 26">
            <a:extLst>
              <a:ext uri="{FF2B5EF4-FFF2-40B4-BE49-F238E27FC236}">
                <a16:creationId xmlns:a16="http://schemas.microsoft.com/office/drawing/2014/main" id="{D4D45F9E-8A46-57A5-E407-955247D7DA6B}"/>
              </a:ext>
            </a:extLst>
          </p:cNvPr>
          <p:cNvSpPr>
            <a:spLocks noGrp="1"/>
          </p:cNvSpPr>
          <p:nvPr>
            <p:ph type="body" sz="quarter" idx="60" hasCustomPrompt="1"/>
          </p:nvPr>
        </p:nvSpPr>
        <p:spPr>
          <a:xfrm>
            <a:off x="3412515"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3" name="Text Placeholder 26">
            <a:extLst>
              <a:ext uri="{FF2B5EF4-FFF2-40B4-BE49-F238E27FC236}">
                <a16:creationId xmlns:a16="http://schemas.microsoft.com/office/drawing/2014/main" id="{D766AF8F-E97B-1D7E-A8E6-5E7DF6BCC284}"/>
              </a:ext>
            </a:extLst>
          </p:cNvPr>
          <p:cNvSpPr>
            <a:spLocks noGrp="1"/>
          </p:cNvSpPr>
          <p:nvPr>
            <p:ph type="body" sz="quarter" idx="61" hasCustomPrompt="1"/>
          </p:nvPr>
        </p:nvSpPr>
        <p:spPr>
          <a:xfrm>
            <a:off x="6129707"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5" name="Text Placeholder 26">
            <a:extLst>
              <a:ext uri="{FF2B5EF4-FFF2-40B4-BE49-F238E27FC236}">
                <a16:creationId xmlns:a16="http://schemas.microsoft.com/office/drawing/2014/main" id="{EFA1F475-A570-F7E9-5DD1-FA268FD10679}"/>
              </a:ext>
            </a:extLst>
          </p:cNvPr>
          <p:cNvSpPr>
            <a:spLocks noGrp="1"/>
          </p:cNvSpPr>
          <p:nvPr>
            <p:ph type="body" sz="quarter" idx="62" hasCustomPrompt="1"/>
          </p:nvPr>
        </p:nvSpPr>
        <p:spPr>
          <a:xfrm>
            <a:off x="8846900"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6" name="Text Placeholder 26">
            <a:extLst>
              <a:ext uri="{FF2B5EF4-FFF2-40B4-BE49-F238E27FC236}">
                <a16:creationId xmlns:a16="http://schemas.microsoft.com/office/drawing/2014/main" id="{6CF5F29D-5DA9-8477-84B2-9D8F24DF4970}"/>
              </a:ext>
            </a:extLst>
          </p:cNvPr>
          <p:cNvSpPr>
            <a:spLocks noGrp="1"/>
          </p:cNvSpPr>
          <p:nvPr>
            <p:ph type="body" sz="quarter" idx="63" hasCustomPrompt="1"/>
          </p:nvPr>
        </p:nvSpPr>
        <p:spPr>
          <a:xfrm>
            <a:off x="695323"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47" name="Text Placeholder 26">
            <a:extLst>
              <a:ext uri="{FF2B5EF4-FFF2-40B4-BE49-F238E27FC236}">
                <a16:creationId xmlns:a16="http://schemas.microsoft.com/office/drawing/2014/main" id="{A504496B-A96D-40E7-5FE0-290BA3D769FB}"/>
              </a:ext>
            </a:extLst>
          </p:cNvPr>
          <p:cNvSpPr>
            <a:spLocks noGrp="1"/>
          </p:cNvSpPr>
          <p:nvPr>
            <p:ph type="body" sz="quarter" idx="64" hasCustomPrompt="1"/>
          </p:nvPr>
        </p:nvSpPr>
        <p:spPr>
          <a:xfrm>
            <a:off x="3412515"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48" name="Text Placeholder 26">
            <a:extLst>
              <a:ext uri="{FF2B5EF4-FFF2-40B4-BE49-F238E27FC236}">
                <a16:creationId xmlns:a16="http://schemas.microsoft.com/office/drawing/2014/main" id="{5DE65A49-39B2-7004-768D-90514A0DDFB8}"/>
              </a:ext>
            </a:extLst>
          </p:cNvPr>
          <p:cNvSpPr>
            <a:spLocks noGrp="1"/>
          </p:cNvSpPr>
          <p:nvPr>
            <p:ph type="body" sz="quarter" idx="65" hasCustomPrompt="1"/>
          </p:nvPr>
        </p:nvSpPr>
        <p:spPr>
          <a:xfrm>
            <a:off x="6129707"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49" name="Text Placeholder 26">
            <a:extLst>
              <a:ext uri="{FF2B5EF4-FFF2-40B4-BE49-F238E27FC236}">
                <a16:creationId xmlns:a16="http://schemas.microsoft.com/office/drawing/2014/main" id="{3630D220-13A4-20C5-06C8-D7671BC85C40}"/>
              </a:ext>
            </a:extLst>
          </p:cNvPr>
          <p:cNvSpPr>
            <a:spLocks noGrp="1"/>
          </p:cNvSpPr>
          <p:nvPr>
            <p:ph type="body" sz="quarter" idx="66" hasCustomPrompt="1"/>
          </p:nvPr>
        </p:nvSpPr>
        <p:spPr>
          <a:xfrm>
            <a:off x="8846900"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50" name="Text Placeholder 26">
            <a:extLst>
              <a:ext uri="{FF2B5EF4-FFF2-40B4-BE49-F238E27FC236}">
                <a16:creationId xmlns:a16="http://schemas.microsoft.com/office/drawing/2014/main" id="{3B07E55B-F9B4-9D83-820F-56E3F11D0805}"/>
              </a:ext>
            </a:extLst>
          </p:cNvPr>
          <p:cNvSpPr>
            <a:spLocks noGrp="1"/>
          </p:cNvSpPr>
          <p:nvPr>
            <p:ph type="body" sz="quarter" idx="67" hasCustomPrompt="1"/>
          </p:nvPr>
        </p:nvSpPr>
        <p:spPr>
          <a:xfrm>
            <a:off x="209549" y="6182486"/>
            <a:ext cx="461125" cy="285832"/>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1" name="Text Placeholder 26">
            <a:extLst>
              <a:ext uri="{FF2B5EF4-FFF2-40B4-BE49-F238E27FC236}">
                <a16:creationId xmlns:a16="http://schemas.microsoft.com/office/drawing/2014/main" id="{C71D4B96-AB83-89AE-33E0-B95B1BF6DB25}"/>
              </a:ext>
            </a:extLst>
          </p:cNvPr>
          <p:cNvSpPr>
            <a:spLocks noGrp="1"/>
          </p:cNvSpPr>
          <p:nvPr>
            <p:ph type="body" sz="quarter" idx="68" hasCustomPrompt="1"/>
          </p:nvPr>
        </p:nvSpPr>
        <p:spPr>
          <a:xfrm>
            <a:off x="209549" y="5279293"/>
            <a:ext cx="461125" cy="845454"/>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2" name="Text Placeholder 26">
            <a:extLst>
              <a:ext uri="{FF2B5EF4-FFF2-40B4-BE49-F238E27FC236}">
                <a16:creationId xmlns:a16="http://schemas.microsoft.com/office/drawing/2014/main" id="{CD81E44E-727F-BBFC-F9E2-CF142ABFBF6A}"/>
              </a:ext>
            </a:extLst>
          </p:cNvPr>
          <p:cNvSpPr>
            <a:spLocks noGrp="1"/>
          </p:cNvSpPr>
          <p:nvPr>
            <p:ph type="body" sz="quarter" idx="69" hasCustomPrompt="1"/>
          </p:nvPr>
        </p:nvSpPr>
        <p:spPr>
          <a:xfrm>
            <a:off x="209549" y="2779553"/>
            <a:ext cx="461125" cy="1403498"/>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3" name="Text Placeholder 26">
            <a:extLst>
              <a:ext uri="{FF2B5EF4-FFF2-40B4-BE49-F238E27FC236}">
                <a16:creationId xmlns:a16="http://schemas.microsoft.com/office/drawing/2014/main" id="{582126F4-6531-E690-4364-A5891861B227}"/>
              </a:ext>
            </a:extLst>
          </p:cNvPr>
          <p:cNvSpPr>
            <a:spLocks noGrp="1"/>
          </p:cNvSpPr>
          <p:nvPr>
            <p:ph type="body" sz="quarter" idx="70" hasCustomPrompt="1"/>
          </p:nvPr>
        </p:nvSpPr>
        <p:spPr>
          <a:xfrm>
            <a:off x="209549" y="4255098"/>
            <a:ext cx="461125" cy="952961"/>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5" name="Text Placeholder 26">
            <a:extLst>
              <a:ext uri="{FF2B5EF4-FFF2-40B4-BE49-F238E27FC236}">
                <a16:creationId xmlns:a16="http://schemas.microsoft.com/office/drawing/2014/main" id="{5DBE9A10-5DB5-E639-3255-D3B51971DA22}"/>
              </a:ext>
            </a:extLst>
          </p:cNvPr>
          <p:cNvSpPr>
            <a:spLocks noGrp="1"/>
          </p:cNvSpPr>
          <p:nvPr>
            <p:ph type="body" sz="quarter" idx="71" hasCustomPrompt="1"/>
          </p:nvPr>
        </p:nvSpPr>
        <p:spPr>
          <a:xfrm>
            <a:off x="209549" y="1922385"/>
            <a:ext cx="461125" cy="782104"/>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4" name="Freeform: Shape 19">
            <a:extLst>
              <a:ext uri="{FF2B5EF4-FFF2-40B4-BE49-F238E27FC236}">
                <a16:creationId xmlns:a16="http://schemas.microsoft.com/office/drawing/2014/main" id="{B2E1100D-6C27-0DC2-260D-2890725BE99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5435070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yramid explanation">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GB" noProof="0" dirty="0"/>
              <a:t>Click to add headline</a:t>
            </a:r>
            <a:endParaRPr lang="fi-FI"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4" name="Content Placeholder 6">
            <a:extLst>
              <a:ext uri="{FF2B5EF4-FFF2-40B4-BE49-F238E27FC236}">
                <a16:creationId xmlns:a16="http://schemas.microsoft.com/office/drawing/2014/main" id="{00149D5F-C0D7-08C3-842C-B841F02B360D}"/>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a:t>Click to edit Master text styles</a:t>
            </a:r>
          </a:p>
        </p:txBody>
      </p:sp>
      <p:sp>
        <p:nvSpPr>
          <p:cNvPr id="13" name="Text Placeholder 3">
            <a:extLst>
              <a:ext uri="{FF2B5EF4-FFF2-40B4-BE49-F238E27FC236}">
                <a16:creationId xmlns:a16="http://schemas.microsoft.com/office/drawing/2014/main" id="{019EB50D-8ED7-D0A4-9347-6BEC0CCCD3D0}"/>
              </a:ext>
            </a:extLst>
          </p:cNvPr>
          <p:cNvSpPr>
            <a:spLocks noGrp="1"/>
          </p:cNvSpPr>
          <p:nvPr>
            <p:ph type="body" sz="quarter" idx="42" hasCustomPrompt="1"/>
          </p:nvPr>
        </p:nvSpPr>
        <p:spPr>
          <a:xfrm>
            <a:off x="695324" y="5036997"/>
            <a:ext cx="5384839" cy="1204077"/>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1164 w 4521116"/>
              <a:gd name="connsiteY0" fmla="*/ 0 h 2352415"/>
              <a:gd name="connsiteX1" fmla="*/ 4458535 w 4521116"/>
              <a:gd name="connsiteY1" fmla="*/ 619 h 2352415"/>
              <a:gd name="connsiteX2" fmla="*/ 4518117 w 4521116"/>
              <a:gd name="connsiteY2" fmla="*/ 33742 h 2352415"/>
              <a:gd name="connsiteX3" fmla="*/ 4518117 w 4521116"/>
              <a:gd name="connsiteY3" fmla="*/ 2344738 h 2352415"/>
              <a:gd name="connsiteX4" fmla="*/ 2437407 w 4521116"/>
              <a:gd name="connsiteY4" fmla="*/ 2352415 h 2352415"/>
              <a:gd name="connsiteX5" fmla="*/ 21315 w 4521116"/>
              <a:gd name="connsiteY5" fmla="*/ 2344738 h 2352415"/>
              <a:gd name="connsiteX6" fmla="*/ 406 w 4521116"/>
              <a:gd name="connsiteY6" fmla="*/ 1881244 h 2352415"/>
              <a:gd name="connsiteX7" fmla="*/ 1164 w 4521116"/>
              <a:gd name="connsiteY7" fmla="*/ 0 h 2352415"/>
              <a:gd name="connsiteX0" fmla="*/ 4314 w 4524266"/>
              <a:gd name="connsiteY0" fmla="*/ 0 h 2352415"/>
              <a:gd name="connsiteX1" fmla="*/ 4461685 w 4524266"/>
              <a:gd name="connsiteY1" fmla="*/ 619 h 2352415"/>
              <a:gd name="connsiteX2" fmla="*/ 4521267 w 4524266"/>
              <a:gd name="connsiteY2" fmla="*/ 33742 h 2352415"/>
              <a:gd name="connsiteX3" fmla="*/ 4521267 w 4524266"/>
              <a:gd name="connsiteY3" fmla="*/ 2344738 h 2352415"/>
              <a:gd name="connsiteX4" fmla="*/ 2440557 w 4524266"/>
              <a:gd name="connsiteY4" fmla="*/ 2352415 h 2352415"/>
              <a:gd name="connsiteX5" fmla="*/ 24465 w 4524266"/>
              <a:gd name="connsiteY5" fmla="*/ 2344738 h 2352415"/>
              <a:gd name="connsiteX6" fmla="*/ 3556 w 4524266"/>
              <a:gd name="connsiteY6" fmla="*/ 1881244 h 2352415"/>
              <a:gd name="connsiteX7" fmla="*/ 4314 w 4524266"/>
              <a:gd name="connsiteY7" fmla="*/ 0 h 2352415"/>
              <a:gd name="connsiteX0" fmla="*/ 4314 w 4521999"/>
              <a:gd name="connsiteY0" fmla="*/ 0 h 2359997"/>
              <a:gd name="connsiteX1" fmla="*/ 4461685 w 4521999"/>
              <a:gd name="connsiteY1" fmla="*/ 619 h 2359997"/>
              <a:gd name="connsiteX2" fmla="*/ 4521267 w 4521999"/>
              <a:gd name="connsiteY2" fmla="*/ 33742 h 2359997"/>
              <a:gd name="connsiteX3" fmla="*/ 3919111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919111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919111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886737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886737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496793"/>
              <a:gd name="connsiteY0" fmla="*/ 5441 h 2365438"/>
              <a:gd name="connsiteX1" fmla="*/ 4461685 w 4496793"/>
              <a:gd name="connsiteY1" fmla="*/ 6060 h 2365438"/>
              <a:gd name="connsiteX2" fmla="*/ 4495368 w 4496793"/>
              <a:gd name="connsiteY2" fmla="*/ 23924 h 2365438"/>
              <a:gd name="connsiteX3" fmla="*/ 3886737 w 4496793"/>
              <a:gd name="connsiteY3" fmla="*/ 2365438 h 2365438"/>
              <a:gd name="connsiteX4" fmla="*/ 2440557 w 4496793"/>
              <a:gd name="connsiteY4" fmla="*/ 2357856 h 2365438"/>
              <a:gd name="connsiteX5" fmla="*/ 24465 w 4496793"/>
              <a:gd name="connsiteY5" fmla="*/ 2350179 h 2365438"/>
              <a:gd name="connsiteX6" fmla="*/ 3556 w 4496793"/>
              <a:gd name="connsiteY6" fmla="*/ 1886685 h 2365438"/>
              <a:gd name="connsiteX7" fmla="*/ 4314 w 4496793"/>
              <a:gd name="connsiteY7" fmla="*/ 5441 h 2365438"/>
              <a:gd name="connsiteX0" fmla="*/ 4314 w 4496793"/>
              <a:gd name="connsiteY0" fmla="*/ 5441 h 2365438"/>
              <a:gd name="connsiteX1" fmla="*/ 4461685 w 4496793"/>
              <a:gd name="connsiteY1" fmla="*/ 6060 h 2365438"/>
              <a:gd name="connsiteX2" fmla="*/ 4495368 w 4496793"/>
              <a:gd name="connsiteY2" fmla="*/ 23924 h 2365438"/>
              <a:gd name="connsiteX3" fmla="*/ 3886737 w 4496793"/>
              <a:gd name="connsiteY3" fmla="*/ 2365438 h 2365438"/>
              <a:gd name="connsiteX4" fmla="*/ 2440557 w 4496793"/>
              <a:gd name="connsiteY4" fmla="*/ 2357856 h 2365438"/>
              <a:gd name="connsiteX5" fmla="*/ 24465 w 4496793"/>
              <a:gd name="connsiteY5" fmla="*/ 2350179 h 2365438"/>
              <a:gd name="connsiteX6" fmla="*/ 3556 w 4496793"/>
              <a:gd name="connsiteY6" fmla="*/ 1886685 h 2365438"/>
              <a:gd name="connsiteX7" fmla="*/ 4314 w 4496793"/>
              <a:gd name="connsiteY7" fmla="*/ 5441 h 2365438"/>
              <a:gd name="connsiteX0" fmla="*/ 4314 w 4512452"/>
              <a:gd name="connsiteY0" fmla="*/ 5441 h 2365438"/>
              <a:gd name="connsiteX1" fmla="*/ 4461685 w 4512452"/>
              <a:gd name="connsiteY1" fmla="*/ 6060 h 2365438"/>
              <a:gd name="connsiteX2" fmla="*/ 4511555 w 4512452"/>
              <a:gd name="connsiteY2" fmla="*/ 23924 h 2365438"/>
              <a:gd name="connsiteX3" fmla="*/ 3886737 w 4512452"/>
              <a:gd name="connsiteY3" fmla="*/ 2365438 h 2365438"/>
              <a:gd name="connsiteX4" fmla="*/ 2440557 w 4512452"/>
              <a:gd name="connsiteY4" fmla="*/ 2357856 h 2365438"/>
              <a:gd name="connsiteX5" fmla="*/ 24465 w 4512452"/>
              <a:gd name="connsiteY5" fmla="*/ 2350179 h 2365438"/>
              <a:gd name="connsiteX6" fmla="*/ 3556 w 4512452"/>
              <a:gd name="connsiteY6" fmla="*/ 1886685 h 2365438"/>
              <a:gd name="connsiteX7" fmla="*/ 4314 w 4512452"/>
              <a:gd name="connsiteY7" fmla="*/ 5441 h 2365438"/>
              <a:gd name="connsiteX0" fmla="*/ 4314 w 4511555"/>
              <a:gd name="connsiteY0" fmla="*/ 0 h 2359997"/>
              <a:gd name="connsiteX1" fmla="*/ 4461685 w 4511555"/>
              <a:gd name="connsiteY1" fmla="*/ 619 h 2359997"/>
              <a:gd name="connsiteX2" fmla="*/ 4511555 w 4511555"/>
              <a:gd name="connsiteY2" fmla="*/ 18483 h 2359997"/>
              <a:gd name="connsiteX3" fmla="*/ 3886737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511555"/>
              <a:gd name="connsiteY0" fmla="*/ 0 h 2359997"/>
              <a:gd name="connsiteX1" fmla="*/ 4461685 w 4511555"/>
              <a:gd name="connsiteY1" fmla="*/ 619 h 2359997"/>
              <a:gd name="connsiteX2" fmla="*/ 4511555 w 4511555"/>
              <a:gd name="connsiteY2" fmla="*/ 18483 h 2359997"/>
              <a:gd name="connsiteX3" fmla="*/ 3900611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511555"/>
              <a:gd name="connsiteY0" fmla="*/ 0 h 2359997"/>
              <a:gd name="connsiteX1" fmla="*/ 4461685 w 4511555"/>
              <a:gd name="connsiteY1" fmla="*/ 619 h 2359997"/>
              <a:gd name="connsiteX2" fmla="*/ 4511555 w 4511555"/>
              <a:gd name="connsiteY2" fmla="*/ 18483 h 2359997"/>
              <a:gd name="connsiteX3" fmla="*/ 3900611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511555"/>
              <a:gd name="connsiteY0" fmla="*/ 0 h 2359997"/>
              <a:gd name="connsiteX1" fmla="*/ 4461685 w 4511555"/>
              <a:gd name="connsiteY1" fmla="*/ 619 h 2359997"/>
              <a:gd name="connsiteX2" fmla="*/ 4511555 w 4511555"/>
              <a:gd name="connsiteY2" fmla="*/ 18483 h 2359997"/>
              <a:gd name="connsiteX3" fmla="*/ 3551147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462422"/>
              <a:gd name="connsiteY0" fmla="*/ 36134 h 2396131"/>
              <a:gd name="connsiteX1" fmla="*/ 4461685 w 4462422"/>
              <a:gd name="connsiteY1" fmla="*/ 36753 h 2396131"/>
              <a:gd name="connsiteX2" fmla="*/ 4115936 w 4462422"/>
              <a:gd name="connsiteY2" fmla="*/ 2794 h 2396131"/>
              <a:gd name="connsiteX3" fmla="*/ 3551147 w 4462422"/>
              <a:gd name="connsiteY3" fmla="*/ 2396131 h 2396131"/>
              <a:gd name="connsiteX4" fmla="*/ 2440557 w 4462422"/>
              <a:gd name="connsiteY4" fmla="*/ 2388549 h 2396131"/>
              <a:gd name="connsiteX5" fmla="*/ 24465 w 4462422"/>
              <a:gd name="connsiteY5" fmla="*/ 2380872 h 2396131"/>
              <a:gd name="connsiteX6" fmla="*/ 3556 w 4462422"/>
              <a:gd name="connsiteY6" fmla="*/ 1917378 h 2396131"/>
              <a:gd name="connsiteX7" fmla="*/ 4314 w 4462422"/>
              <a:gd name="connsiteY7" fmla="*/ 36134 h 2396131"/>
              <a:gd name="connsiteX0" fmla="*/ 4314 w 4337478"/>
              <a:gd name="connsiteY0" fmla="*/ 36134 h 2396131"/>
              <a:gd name="connsiteX1" fmla="*/ 4336406 w 4337478"/>
              <a:gd name="connsiteY1" fmla="*/ 36752 h 2396131"/>
              <a:gd name="connsiteX2" fmla="*/ 4115936 w 4337478"/>
              <a:gd name="connsiteY2" fmla="*/ 2794 h 2396131"/>
              <a:gd name="connsiteX3" fmla="*/ 3551147 w 4337478"/>
              <a:gd name="connsiteY3" fmla="*/ 2396131 h 2396131"/>
              <a:gd name="connsiteX4" fmla="*/ 2440557 w 4337478"/>
              <a:gd name="connsiteY4" fmla="*/ 2388549 h 2396131"/>
              <a:gd name="connsiteX5" fmla="*/ 24465 w 4337478"/>
              <a:gd name="connsiteY5" fmla="*/ 2380872 h 2396131"/>
              <a:gd name="connsiteX6" fmla="*/ 3556 w 4337478"/>
              <a:gd name="connsiteY6" fmla="*/ 1917378 h 2396131"/>
              <a:gd name="connsiteX7" fmla="*/ 4314 w 4337478"/>
              <a:gd name="connsiteY7" fmla="*/ 36134 h 2396131"/>
              <a:gd name="connsiteX0" fmla="*/ 4314 w 4115936"/>
              <a:gd name="connsiteY0" fmla="*/ 51205 h 2411202"/>
              <a:gd name="connsiteX1" fmla="*/ 4085847 w 4115936"/>
              <a:gd name="connsiteY1" fmla="*/ 0 h 2411202"/>
              <a:gd name="connsiteX2" fmla="*/ 4115936 w 4115936"/>
              <a:gd name="connsiteY2" fmla="*/ 17865 h 2411202"/>
              <a:gd name="connsiteX3" fmla="*/ 3551147 w 4115936"/>
              <a:gd name="connsiteY3" fmla="*/ 2411202 h 2411202"/>
              <a:gd name="connsiteX4" fmla="*/ 2440557 w 4115936"/>
              <a:gd name="connsiteY4" fmla="*/ 2403620 h 2411202"/>
              <a:gd name="connsiteX5" fmla="*/ 24465 w 4115936"/>
              <a:gd name="connsiteY5" fmla="*/ 2395943 h 2411202"/>
              <a:gd name="connsiteX6" fmla="*/ 3556 w 4115936"/>
              <a:gd name="connsiteY6" fmla="*/ 1932449 h 2411202"/>
              <a:gd name="connsiteX7" fmla="*/ 4314 w 4115936"/>
              <a:gd name="connsiteY7" fmla="*/ 51205 h 241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5936" h="2411202">
                <a:moveTo>
                  <a:pt x="4314" y="51205"/>
                </a:moveTo>
                <a:lnTo>
                  <a:pt x="4085847" y="0"/>
                </a:lnTo>
                <a:cubicBezTo>
                  <a:pt x="4105708" y="11041"/>
                  <a:pt x="4093393" y="1499"/>
                  <a:pt x="4115936" y="17865"/>
                </a:cubicBezTo>
                <a:cubicBezTo>
                  <a:pt x="3954340" y="677101"/>
                  <a:pt x="3771599" y="1576383"/>
                  <a:pt x="3551147" y="2411202"/>
                </a:cubicBezTo>
                <a:lnTo>
                  <a:pt x="2440557" y="2403620"/>
                </a:lnTo>
                <a:lnTo>
                  <a:pt x="24465" y="2395943"/>
                </a:lnTo>
                <a:cubicBezTo>
                  <a:pt x="570" y="2394745"/>
                  <a:pt x="8811" y="2290522"/>
                  <a:pt x="3556" y="1932449"/>
                </a:cubicBezTo>
                <a:cubicBezTo>
                  <a:pt x="348" y="1424424"/>
                  <a:pt x="-2836" y="320155"/>
                  <a:pt x="4314" y="51205"/>
                </a:cubicBezTo>
                <a:close/>
              </a:path>
            </a:pathLst>
          </a:custGeom>
          <a:solidFill>
            <a:srgbClr val="D3E3E5"/>
          </a:solidFill>
        </p:spPr>
        <p:txBody>
          <a:bodyPr lIns="144000" tIns="144000"/>
          <a:lstStyle>
            <a:lvl1pPr marL="0" indent="0">
              <a:buNone/>
              <a:defRPr>
                <a:solidFill>
                  <a:schemeClr val="tx1"/>
                </a:solidFill>
              </a:defRPr>
            </a:lvl1pPr>
            <a:lvl2pPr marL="184150" indent="-171450">
              <a:buFont typeface="Arial" panose="020B0604020202020204" pitchFamily="34" charset="0"/>
              <a:buChar char="•"/>
              <a:tabLst/>
              <a:defRPr sz="1400">
                <a:solidFill>
                  <a:schemeClr val="tx1"/>
                </a:solidFill>
              </a:defRPr>
            </a:lvl2pPr>
          </a:lstStyle>
          <a:p>
            <a:pPr lvl="0"/>
            <a:r>
              <a:rPr lang="en-GB" dirty="0"/>
              <a:t>Explanation to pyramid bottom</a:t>
            </a:r>
          </a:p>
          <a:p>
            <a:pPr lvl="1"/>
            <a:r>
              <a:rPr lang="en-GB" dirty="0"/>
              <a:t>List style</a:t>
            </a:r>
          </a:p>
        </p:txBody>
      </p:sp>
      <p:sp>
        <p:nvSpPr>
          <p:cNvPr id="3" name="Text Placeholder 22">
            <a:extLst>
              <a:ext uri="{FF2B5EF4-FFF2-40B4-BE49-F238E27FC236}">
                <a16:creationId xmlns:a16="http://schemas.microsoft.com/office/drawing/2014/main" id="{DDFFBEC5-B951-91EF-98E4-C59D123A75A2}"/>
              </a:ext>
            </a:extLst>
          </p:cNvPr>
          <p:cNvSpPr>
            <a:spLocks noGrp="1"/>
          </p:cNvSpPr>
          <p:nvPr>
            <p:ph type="body" sz="quarter" idx="45" hasCustomPrompt="1"/>
          </p:nvPr>
        </p:nvSpPr>
        <p:spPr>
          <a:xfrm>
            <a:off x="5322100" y="5001272"/>
            <a:ext cx="5722131" cy="1353237"/>
          </a:xfrm>
          <a:custGeom>
            <a:avLst/>
            <a:gdLst>
              <a:gd name="connsiteX0" fmla="*/ 0 w 2208213"/>
              <a:gd name="connsiteY0" fmla="*/ 0 h 1550987"/>
              <a:gd name="connsiteX1" fmla="*/ 2208213 w 2208213"/>
              <a:gd name="connsiteY1" fmla="*/ 0 h 1550987"/>
              <a:gd name="connsiteX2" fmla="*/ 2208213 w 2208213"/>
              <a:gd name="connsiteY2" fmla="*/ 1550987 h 1550987"/>
              <a:gd name="connsiteX3" fmla="*/ 0 w 2208213"/>
              <a:gd name="connsiteY3" fmla="*/ 1550987 h 1550987"/>
              <a:gd name="connsiteX4" fmla="*/ 0 w 2208213"/>
              <a:gd name="connsiteY4" fmla="*/ 0 h 1550987"/>
              <a:gd name="connsiteX0" fmla="*/ 0 w 2214987"/>
              <a:gd name="connsiteY0" fmla="*/ 1442720 h 1550987"/>
              <a:gd name="connsiteX1" fmla="*/ 2214987 w 2214987"/>
              <a:gd name="connsiteY1" fmla="*/ 0 h 1550987"/>
              <a:gd name="connsiteX2" fmla="*/ 2214987 w 2214987"/>
              <a:gd name="connsiteY2" fmla="*/ 1550987 h 1550987"/>
              <a:gd name="connsiteX3" fmla="*/ 6774 w 2214987"/>
              <a:gd name="connsiteY3" fmla="*/ 1550987 h 1550987"/>
              <a:gd name="connsiteX4" fmla="*/ 0 w 2214987"/>
              <a:gd name="connsiteY4" fmla="*/ 1442720 h 1550987"/>
              <a:gd name="connsiteX0" fmla="*/ 0 w 2214987"/>
              <a:gd name="connsiteY0" fmla="*/ 0 h 108267"/>
              <a:gd name="connsiteX1" fmla="*/ 1117707 w 2214987"/>
              <a:gd name="connsiteY1" fmla="*/ 6774 h 108267"/>
              <a:gd name="connsiteX2" fmla="*/ 2214987 w 2214987"/>
              <a:gd name="connsiteY2" fmla="*/ 108267 h 108267"/>
              <a:gd name="connsiteX3" fmla="*/ 6774 w 2214987"/>
              <a:gd name="connsiteY3" fmla="*/ 108267 h 108267"/>
              <a:gd name="connsiteX4" fmla="*/ 0 w 2214987"/>
              <a:gd name="connsiteY4" fmla="*/ 0 h 108267"/>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4165 w 2219152"/>
              <a:gd name="connsiteY0" fmla="*/ 1679786 h 1788053"/>
              <a:gd name="connsiteX1" fmla="*/ 1067685 w 2219152"/>
              <a:gd name="connsiteY1" fmla="*/ 0 h 1788053"/>
              <a:gd name="connsiteX2" fmla="*/ 2219152 w 2219152"/>
              <a:gd name="connsiteY2" fmla="*/ 1788053 h 1788053"/>
              <a:gd name="connsiteX3" fmla="*/ 10939 w 2219152"/>
              <a:gd name="connsiteY3" fmla="*/ 1788053 h 1788053"/>
              <a:gd name="connsiteX4" fmla="*/ 4165 w 2219152"/>
              <a:gd name="connsiteY4" fmla="*/ 1679786 h 1788053"/>
              <a:gd name="connsiteX0" fmla="*/ 8666 w 2217303"/>
              <a:gd name="connsiteY0" fmla="*/ 1743286 h 1788053"/>
              <a:gd name="connsiteX1" fmla="*/ 1065836 w 2217303"/>
              <a:gd name="connsiteY1" fmla="*/ 0 h 1788053"/>
              <a:gd name="connsiteX2" fmla="*/ 2217303 w 2217303"/>
              <a:gd name="connsiteY2" fmla="*/ 1788053 h 1788053"/>
              <a:gd name="connsiteX3" fmla="*/ 9090 w 2217303"/>
              <a:gd name="connsiteY3" fmla="*/ 1788053 h 1788053"/>
              <a:gd name="connsiteX4" fmla="*/ 8666 w 2217303"/>
              <a:gd name="connsiteY4" fmla="*/ 1743286 h 1788053"/>
              <a:gd name="connsiteX0" fmla="*/ 8666 w 2217367"/>
              <a:gd name="connsiteY0" fmla="*/ 1743286 h 1788053"/>
              <a:gd name="connsiteX1" fmla="*/ 1065836 w 2217367"/>
              <a:gd name="connsiteY1" fmla="*/ 0 h 1788053"/>
              <a:gd name="connsiteX2" fmla="*/ 2217303 w 2217367"/>
              <a:gd name="connsiteY2" fmla="*/ 1788053 h 1788053"/>
              <a:gd name="connsiteX3" fmla="*/ 9090 w 2217367"/>
              <a:gd name="connsiteY3" fmla="*/ 1788053 h 1788053"/>
              <a:gd name="connsiteX4" fmla="*/ 8666 w 2217367"/>
              <a:gd name="connsiteY4" fmla="*/ 1743286 h 1788053"/>
              <a:gd name="connsiteX0" fmla="*/ 8666 w 2217367"/>
              <a:gd name="connsiteY0" fmla="*/ 1743286 h 1792286"/>
              <a:gd name="connsiteX1" fmla="*/ 1065836 w 2217367"/>
              <a:gd name="connsiteY1" fmla="*/ 0 h 1792286"/>
              <a:gd name="connsiteX2" fmla="*/ 2217303 w 2217367"/>
              <a:gd name="connsiteY2" fmla="*/ 1788053 h 1792286"/>
              <a:gd name="connsiteX3" fmla="*/ 9090 w 2217367"/>
              <a:gd name="connsiteY3" fmla="*/ 1788053 h 1792286"/>
              <a:gd name="connsiteX4" fmla="*/ 8666 w 2217367"/>
              <a:gd name="connsiteY4" fmla="*/ 1743286 h 1792286"/>
              <a:gd name="connsiteX0" fmla="*/ 11131 w 2219832"/>
              <a:gd name="connsiteY0" fmla="*/ 1743286 h 1794403"/>
              <a:gd name="connsiteX1" fmla="*/ 1068301 w 2219832"/>
              <a:gd name="connsiteY1" fmla="*/ 0 h 1794403"/>
              <a:gd name="connsiteX2" fmla="*/ 2219768 w 2219832"/>
              <a:gd name="connsiteY2" fmla="*/ 1788053 h 1794403"/>
              <a:gd name="connsiteX3" fmla="*/ 8380 w 2219832"/>
              <a:gd name="connsiteY3" fmla="*/ 1794403 h 1794403"/>
              <a:gd name="connsiteX4" fmla="*/ 11131 w 2219832"/>
              <a:gd name="connsiteY4" fmla="*/ 174328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87863"/>
              <a:gd name="connsiteY0" fmla="*/ 1780405 h 1812472"/>
              <a:gd name="connsiteX1" fmla="*/ 1069849 w 2287863"/>
              <a:gd name="connsiteY1" fmla="*/ 18069 h 1812472"/>
              <a:gd name="connsiteX2" fmla="*/ 1654578 w 2287863"/>
              <a:gd name="connsiteY2" fmla="*/ 920296 h 1812472"/>
              <a:gd name="connsiteX3" fmla="*/ 2221316 w 2287863"/>
              <a:gd name="connsiteY3" fmla="*/ 1806122 h 1812472"/>
              <a:gd name="connsiteX4" fmla="*/ 9928 w 2287863"/>
              <a:gd name="connsiteY4" fmla="*/ 1812472 h 1812472"/>
              <a:gd name="connsiteX5" fmla="*/ 6329 w 2287863"/>
              <a:gd name="connsiteY5" fmla="*/ 1780405 h 1812472"/>
              <a:gd name="connsiteX0" fmla="*/ 6329 w 2223184"/>
              <a:gd name="connsiteY0" fmla="*/ 1780405 h 1812472"/>
              <a:gd name="connsiteX1" fmla="*/ 1069849 w 2223184"/>
              <a:gd name="connsiteY1" fmla="*/ 18069 h 1812472"/>
              <a:gd name="connsiteX2" fmla="*/ 1654578 w 2223184"/>
              <a:gd name="connsiteY2" fmla="*/ 920296 h 1812472"/>
              <a:gd name="connsiteX3" fmla="*/ 2221316 w 2223184"/>
              <a:gd name="connsiteY3" fmla="*/ 1806122 h 1812472"/>
              <a:gd name="connsiteX4" fmla="*/ 9928 w 2223184"/>
              <a:gd name="connsiteY4" fmla="*/ 1812472 h 1812472"/>
              <a:gd name="connsiteX5" fmla="*/ 6329 w 2223184"/>
              <a:gd name="connsiteY5" fmla="*/ 1780405 h 1812472"/>
              <a:gd name="connsiteX0" fmla="*/ 6329 w 2223184"/>
              <a:gd name="connsiteY0" fmla="*/ 1763110 h 1795177"/>
              <a:gd name="connsiteX1" fmla="*/ 1069849 w 2223184"/>
              <a:gd name="connsiteY1" fmla="*/ 774 h 1795177"/>
              <a:gd name="connsiteX2" fmla="*/ 1654578 w 2223184"/>
              <a:gd name="connsiteY2" fmla="*/ 903001 h 1795177"/>
              <a:gd name="connsiteX3" fmla="*/ 2221316 w 2223184"/>
              <a:gd name="connsiteY3" fmla="*/ 1788827 h 1795177"/>
              <a:gd name="connsiteX4" fmla="*/ 9928 w 2223184"/>
              <a:gd name="connsiteY4" fmla="*/ 1795177 h 1795177"/>
              <a:gd name="connsiteX5" fmla="*/ 6329 w 2223184"/>
              <a:gd name="connsiteY5" fmla="*/ 1763110 h 1795177"/>
              <a:gd name="connsiteX0" fmla="*/ 6329 w 2223184"/>
              <a:gd name="connsiteY0" fmla="*/ 1759939 h 1792006"/>
              <a:gd name="connsiteX1" fmla="*/ 1082549 w 2223184"/>
              <a:gd name="connsiteY1" fmla="*/ 778 h 1792006"/>
              <a:gd name="connsiteX2" fmla="*/ 1654578 w 2223184"/>
              <a:gd name="connsiteY2" fmla="*/ 899830 h 1792006"/>
              <a:gd name="connsiteX3" fmla="*/ 2221316 w 2223184"/>
              <a:gd name="connsiteY3" fmla="*/ 1785656 h 1792006"/>
              <a:gd name="connsiteX4" fmla="*/ 9928 w 2223184"/>
              <a:gd name="connsiteY4" fmla="*/ 1792006 h 1792006"/>
              <a:gd name="connsiteX5" fmla="*/ 6329 w 2223184"/>
              <a:gd name="connsiteY5" fmla="*/ 1759939 h 1792006"/>
              <a:gd name="connsiteX0" fmla="*/ 6329 w 2223752"/>
              <a:gd name="connsiteY0" fmla="*/ 895066 h 927133"/>
              <a:gd name="connsiteX1" fmla="*/ 449928 w 2223752"/>
              <a:gd name="connsiteY1" fmla="*/ 179133 h 927133"/>
              <a:gd name="connsiteX2" fmla="*/ 1654578 w 2223752"/>
              <a:gd name="connsiteY2" fmla="*/ 34957 h 927133"/>
              <a:gd name="connsiteX3" fmla="*/ 2221316 w 2223752"/>
              <a:gd name="connsiteY3" fmla="*/ 920783 h 927133"/>
              <a:gd name="connsiteX4" fmla="*/ 9928 w 2223752"/>
              <a:gd name="connsiteY4" fmla="*/ 927133 h 927133"/>
              <a:gd name="connsiteX5" fmla="*/ 6329 w 2223752"/>
              <a:gd name="connsiteY5" fmla="*/ 895066 h 927133"/>
              <a:gd name="connsiteX0" fmla="*/ 6329 w 2223898"/>
              <a:gd name="connsiteY0" fmla="*/ 719578 h 751645"/>
              <a:gd name="connsiteX1" fmla="*/ 449928 w 2223898"/>
              <a:gd name="connsiteY1" fmla="*/ 3645 h 751645"/>
              <a:gd name="connsiteX2" fmla="*/ 1673676 w 2223898"/>
              <a:gd name="connsiteY2" fmla="*/ 217557 h 751645"/>
              <a:gd name="connsiteX3" fmla="*/ 2221316 w 2223898"/>
              <a:gd name="connsiteY3" fmla="*/ 745295 h 751645"/>
              <a:gd name="connsiteX4" fmla="*/ 9928 w 2223898"/>
              <a:gd name="connsiteY4" fmla="*/ 751645 h 751645"/>
              <a:gd name="connsiteX5" fmla="*/ 6329 w 2223898"/>
              <a:gd name="connsiteY5" fmla="*/ 719578 h 751645"/>
              <a:gd name="connsiteX0" fmla="*/ 6329 w 2224352"/>
              <a:gd name="connsiteY0" fmla="*/ 757776 h 789843"/>
              <a:gd name="connsiteX1" fmla="*/ 449928 w 2224352"/>
              <a:gd name="connsiteY1" fmla="*/ 41843 h 789843"/>
              <a:gd name="connsiteX2" fmla="*/ 1721421 w 2224352"/>
              <a:gd name="connsiteY2" fmla="*/ 71936 h 789843"/>
              <a:gd name="connsiteX3" fmla="*/ 2221316 w 2224352"/>
              <a:gd name="connsiteY3" fmla="*/ 783493 h 789843"/>
              <a:gd name="connsiteX4" fmla="*/ 9928 w 2224352"/>
              <a:gd name="connsiteY4" fmla="*/ 789843 h 789843"/>
              <a:gd name="connsiteX5" fmla="*/ 6329 w 2224352"/>
              <a:gd name="connsiteY5" fmla="*/ 757776 h 789843"/>
              <a:gd name="connsiteX0" fmla="*/ 6329 w 2222973"/>
              <a:gd name="connsiteY0" fmla="*/ 746262 h 778329"/>
              <a:gd name="connsiteX1" fmla="*/ 449928 w 2222973"/>
              <a:gd name="connsiteY1" fmla="*/ 30329 h 778329"/>
              <a:gd name="connsiteX2" fmla="*/ 1721421 w 2222973"/>
              <a:gd name="connsiteY2" fmla="*/ 60422 h 778329"/>
              <a:gd name="connsiteX3" fmla="*/ 2221316 w 2222973"/>
              <a:gd name="connsiteY3" fmla="*/ 771979 h 778329"/>
              <a:gd name="connsiteX4" fmla="*/ 9928 w 2222973"/>
              <a:gd name="connsiteY4" fmla="*/ 778329 h 778329"/>
              <a:gd name="connsiteX5" fmla="*/ 6329 w 2222973"/>
              <a:gd name="connsiteY5" fmla="*/ 746262 h 778329"/>
              <a:gd name="connsiteX0" fmla="*/ 6329 w 2222965"/>
              <a:gd name="connsiteY0" fmla="*/ 768416 h 800483"/>
              <a:gd name="connsiteX1" fmla="*/ 449928 w 2222965"/>
              <a:gd name="connsiteY1" fmla="*/ 52483 h 800483"/>
              <a:gd name="connsiteX2" fmla="*/ 1719034 w 2222965"/>
              <a:gd name="connsiteY2" fmla="*/ 46767 h 800483"/>
              <a:gd name="connsiteX3" fmla="*/ 2221316 w 2222965"/>
              <a:gd name="connsiteY3" fmla="*/ 794133 h 800483"/>
              <a:gd name="connsiteX4" fmla="*/ 9928 w 2222965"/>
              <a:gd name="connsiteY4" fmla="*/ 800483 h 800483"/>
              <a:gd name="connsiteX5" fmla="*/ 6329 w 2222965"/>
              <a:gd name="connsiteY5" fmla="*/ 768416 h 80048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25210 h 757277"/>
              <a:gd name="connsiteX1" fmla="*/ 449928 w 2222794"/>
              <a:gd name="connsiteY1" fmla="*/ 9277 h 757277"/>
              <a:gd name="connsiteX2" fmla="*/ 1719034 w 2222794"/>
              <a:gd name="connsiteY2" fmla="*/ 3561 h 757277"/>
              <a:gd name="connsiteX3" fmla="*/ 2221316 w 2222794"/>
              <a:gd name="connsiteY3" fmla="*/ 750927 h 757277"/>
              <a:gd name="connsiteX4" fmla="*/ 9928 w 2222794"/>
              <a:gd name="connsiteY4" fmla="*/ 757277 h 757277"/>
              <a:gd name="connsiteX5" fmla="*/ 6329 w 2222794"/>
              <a:gd name="connsiteY5" fmla="*/ 725210 h 757277"/>
              <a:gd name="connsiteX0" fmla="*/ 6329 w 2224321"/>
              <a:gd name="connsiteY0" fmla="*/ 776876 h 808943"/>
              <a:gd name="connsiteX1" fmla="*/ 452315 w 2224321"/>
              <a:gd name="connsiteY1" fmla="*/ 53782 h 808943"/>
              <a:gd name="connsiteX2" fmla="*/ 1719034 w 2224321"/>
              <a:gd name="connsiteY2" fmla="*/ 55227 h 808943"/>
              <a:gd name="connsiteX3" fmla="*/ 2221316 w 2224321"/>
              <a:gd name="connsiteY3" fmla="*/ 802593 h 808943"/>
              <a:gd name="connsiteX4" fmla="*/ 9928 w 2224321"/>
              <a:gd name="connsiteY4" fmla="*/ 808943 h 808943"/>
              <a:gd name="connsiteX5" fmla="*/ 6329 w 2224321"/>
              <a:gd name="connsiteY5" fmla="*/ 776876 h 808943"/>
              <a:gd name="connsiteX0" fmla="*/ 6329 w 2222799"/>
              <a:gd name="connsiteY0" fmla="*/ 729135 h 761202"/>
              <a:gd name="connsiteX1" fmla="*/ 452315 w 2222799"/>
              <a:gd name="connsiteY1" fmla="*/ 6041 h 761202"/>
              <a:gd name="connsiteX2" fmla="*/ 1719034 w 2222799"/>
              <a:gd name="connsiteY2" fmla="*/ 7486 h 761202"/>
              <a:gd name="connsiteX3" fmla="*/ 2221316 w 2222799"/>
              <a:gd name="connsiteY3" fmla="*/ 754852 h 761202"/>
              <a:gd name="connsiteX4" fmla="*/ 9928 w 2222799"/>
              <a:gd name="connsiteY4" fmla="*/ 761202 h 761202"/>
              <a:gd name="connsiteX5" fmla="*/ 6329 w 2222799"/>
              <a:gd name="connsiteY5" fmla="*/ 729135 h 761202"/>
              <a:gd name="connsiteX0" fmla="*/ 17733 w 2234203"/>
              <a:gd name="connsiteY0" fmla="*/ 729135 h 761202"/>
              <a:gd name="connsiteX1" fmla="*/ 463719 w 2234203"/>
              <a:gd name="connsiteY1" fmla="*/ 6041 h 761202"/>
              <a:gd name="connsiteX2" fmla="*/ 1730438 w 2234203"/>
              <a:gd name="connsiteY2" fmla="*/ 7486 h 761202"/>
              <a:gd name="connsiteX3" fmla="*/ 2232720 w 2234203"/>
              <a:gd name="connsiteY3" fmla="*/ 754852 h 761202"/>
              <a:gd name="connsiteX4" fmla="*/ 7008 w 2234203"/>
              <a:gd name="connsiteY4" fmla="*/ 761202 h 761202"/>
              <a:gd name="connsiteX5" fmla="*/ 17733 w 2234203"/>
              <a:gd name="connsiteY5" fmla="*/ 729135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556 w 2229242"/>
              <a:gd name="connsiteY0" fmla="*/ 478474 h 761202"/>
              <a:gd name="connsiteX1" fmla="*/ 458758 w 2229242"/>
              <a:gd name="connsiteY1" fmla="*/ 6041 h 761202"/>
              <a:gd name="connsiteX2" fmla="*/ 1725477 w 2229242"/>
              <a:gd name="connsiteY2" fmla="*/ 7486 h 761202"/>
              <a:gd name="connsiteX3" fmla="*/ 2227759 w 2229242"/>
              <a:gd name="connsiteY3" fmla="*/ 754852 h 761202"/>
              <a:gd name="connsiteX4" fmla="*/ 2047 w 2229242"/>
              <a:gd name="connsiteY4" fmla="*/ 761202 h 761202"/>
              <a:gd name="connsiteX5" fmla="*/ 165556 w 2229242"/>
              <a:gd name="connsiteY5" fmla="*/ 478474 h 761202"/>
              <a:gd name="connsiteX0" fmla="*/ 165556 w 2229920"/>
              <a:gd name="connsiteY0" fmla="*/ 472433 h 755161"/>
              <a:gd name="connsiteX1" fmla="*/ 458758 w 2229920"/>
              <a:gd name="connsiteY1" fmla="*/ 0 h 755161"/>
              <a:gd name="connsiteX2" fmla="*/ 1896065 w 2229920"/>
              <a:gd name="connsiteY2" fmla="*/ 237410 h 755161"/>
              <a:gd name="connsiteX3" fmla="*/ 2227759 w 2229920"/>
              <a:gd name="connsiteY3" fmla="*/ 748811 h 755161"/>
              <a:gd name="connsiteX4" fmla="*/ 2047 w 2229920"/>
              <a:gd name="connsiteY4" fmla="*/ 755161 h 755161"/>
              <a:gd name="connsiteX5" fmla="*/ 165556 w 2229920"/>
              <a:gd name="connsiteY5" fmla="*/ 472433 h 755161"/>
              <a:gd name="connsiteX0" fmla="*/ 165556 w 2236612"/>
              <a:gd name="connsiteY0" fmla="*/ 272772 h 555500"/>
              <a:gd name="connsiteX1" fmla="*/ 324606 w 2236612"/>
              <a:gd name="connsiteY1" fmla="*/ 36304 h 555500"/>
              <a:gd name="connsiteX2" fmla="*/ 1896065 w 2236612"/>
              <a:gd name="connsiteY2" fmla="*/ 37749 h 555500"/>
              <a:gd name="connsiteX3" fmla="*/ 2227759 w 2236612"/>
              <a:gd name="connsiteY3" fmla="*/ 549150 h 555500"/>
              <a:gd name="connsiteX4" fmla="*/ 2047 w 2236612"/>
              <a:gd name="connsiteY4" fmla="*/ 555500 h 555500"/>
              <a:gd name="connsiteX5" fmla="*/ 165556 w 2236612"/>
              <a:gd name="connsiteY5" fmla="*/ 272772 h 555500"/>
              <a:gd name="connsiteX0" fmla="*/ 165556 w 2236632"/>
              <a:gd name="connsiteY0" fmla="*/ 276933 h 559661"/>
              <a:gd name="connsiteX1" fmla="*/ 322950 w 2236632"/>
              <a:gd name="connsiteY1" fmla="*/ 28666 h 559661"/>
              <a:gd name="connsiteX2" fmla="*/ 1896065 w 2236632"/>
              <a:gd name="connsiteY2" fmla="*/ 41910 h 559661"/>
              <a:gd name="connsiteX3" fmla="*/ 2227759 w 2236632"/>
              <a:gd name="connsiteY3" fmla="*/ 553311 h 559661"/>
              <a:gd name="connsiteX4" fmla="*/ 2047 w 2236632"/>
              <a:gd name="connsiteY4" fmla="*/ 559661 h 559661"/>
              <a:gd name="connsiteX5" fmla="*/ 165556 w 2236632"/>
              <a:gd name="connsiteY5" fmla="*/ 276933 h 559661"/>
              <a:gd name="connsiteX0" fmla="*/ 165556 w 2229908"/>
              <a:gd name="connsiteY0" fmla="*/ 248267 h 530995"/>
              <a:gd name="connsiteX1" fmla="*/ 322950 w 2229908"/>
              <a:gd name="connsiteY1" fmla="*/ 0 h 530995"/>
              <a:gd name="connsiteX2" fmla="*/ 1896065 w 2229908"/>
              <a:gd name="connsiteY2" fmla="*/ 13244 h 530995"/>
              <a:gd name="connsiteX3" fmla="*/ 2227759 w 2229908"/>
              <a:gd name="connsiteY3" fmla="*/ 524645 h 530995"/>
              <a:gd name="connsiteX4" fmla="*/ 2047 w 2229908"/>
              <a:gd name="connsiteY4" fmla="*/ 530995 h 530995"/>
              <a:gd name="connsiteX5" fmla="*/ 165556 w 2229908"/>
              <a:gd name="connsiteY5" fmla="*/ 248267 h 530995"/>
              <a:gd name="connsiteX0" fmla="*/ 165556 w 2229826"/>
              <a:gd name="connsiteY0" fmla="*/ 252743 h 535471"/>
              <a:gd name="connsiteX1" fmla="*/ 322950 w 2229826"/>
              <a:gd name="connsiteY1" fmla="*/ 4476 h 535471"/>
              <a:gd name="connsiteX2" fmla="*/ 1881159 w 2229826"/>
              <a:gd name="connsiteY2" fmla="*/ 7607 h 535471"/>
              <a:gd name="connsiteX3" fmla="*/ 2227759 w 2229826"/>
              <a:gd name="connsiteY3" fmla="*/ 529121 h 535471"/>
              <a:gd name="connsiteX4" fmla="*/ 2047 w 2229826"/>
              <a:gd name="connsiteY4" fmla="*/ 535471 h 535471"/>
              <a:gd name="connsiteX5" fmla="*/ 165556 w 2229826"/>
              <a:gd name="connsiteY5" fmla="*/ 252743 h 535471"/>
              <a:gd name="connsiteX0" fmla="*/ 165556 w 2229826"/>
              <a:gd name="connsiteY0" fmla="*/ 252743 h 535471"/>
              <a:gd name="connsiteX1" fmla="*/ 322950 w 2229826"/>
              <a:gd name="connsiteY1" fmla="*/ 4476 h 535471"/>
              <a:gd name="connsiteX2" fmla="*/ 1881159 w 2229826"/>
              <a:gd name="connsiteY2" fmla="*/ 7607 h 535471"/>
              <a:gd name="connsiteX3" fmla="*/ 2227759 w 2229826"/>
              <a:gd name="connsiteY3" fmla="*/ 529121 h 535471"/>
              <a:gd name="connsiteX4" fmla="*/ 2047 w 2229826"/>
              <a:gd name="connsiteY4" fmla="*/ 535471 h 535471"/>
              <a:gd name="connsiteX5" fmla="*/ 165556 w 2229826"/>
              <a:gd name="connsiteY5" fmla="*/ 252743 h 535471"/>
              <a:gd name="connsiteX0" fmla="*/ 165556 w 2228202"/>
              <a:gd name="connsiteY0" fmla="*/ 252743 h 535471"/>
              <a:gd name="connsiteX1" fmla="*/ 322950 w 2228202"/>
              <a:gd name="connsiteY1" fmla="*/ 4476 h 535471"/>
              <a:gd name="connsiteX2" fmla="*/ 1881159 w 2228202"/>
              <a:gd name="connsiteY2" fmla="*/ 7607 h 535471"/>
              <a:gd name="connsiteX3" fmla="*/ 2227759 w 2228202"/>
              <a:gd name="connsiteY3" fmla="*/ 529121 h 535471"/>
              <a:gd name="connsiteX4" fmla="*/ 2047 w 2228202"/>
              <a:gd name="connsiteY4" fmla="*/ 535471 h 535471"/>
              <a:gd name="connsiteX5" fmla="*/ 165556 w 2228202"/>
              <a:gd name="connsiteY5" fmla="*/ 252743 h 535471"/>
              <a:gd name="connsiteX0" fmla="*/ 165556 w 2243122"/>
              <a:gd name="connsiteY0" fmla="*/ 284196 h 566924"/>
              <a:gd name="connsiteX1" fmla="*/ 322950 w 2243122"/>
              <a:gd name="connsiteY1" fmla="*/ 35929 h 566924"/>
              <a:gd name="connsiteX2" fmla="*/ 1881159 w 2243122"/>
              <a:gd name="connsiteY2" fmla="*/ 39060 h 566924"/>
              <a:gd name="connsiteX3" fmla="*/ 2241009 w 2243122"/>
              <a:gd name="connsiteY3" fmla="*/ 560574 h 566924"/>
              <a:gd name="connsiteX4" fmla="*/ 2047 w 2243122"/>
              <a:gd name="connsiteY4" fmla="*/ 566924 h 566924"/>
              <a:gd name="connsiteX5" fmla="*/ 165556 w 2243122"/>
              <a:gd name="connsiteY5" fmla="*/ 284196 h 566924"/>
              <a:gd name="connsiteX0" fmla="*/ 165556 w 2241465"/>
              <a:gd name="connsiteY0" fmla="*/ 268467 h 551195"/>
              <a:gd name="connsiteX1" fmla="*/ 322950 w 2241465"/>
              <a:gd name="connsiteY1" fmla="*/ 20200 h 551195"/>
              <a:gd name="connsiteX2" fmla="*/ 1881159 w 2241465"/>
              <a:gd name="connsiteY2" fmla="*/ 23331 h 551195"/>
              <a:gd name="connsiteX3" fmla="*/ 2241009 w 2241465"/>
              <a:gd name="connsiteY3" fmla="*/ 544845 h 551195"/>
              <a:gd name="connsiteX4" fmla="*/ 2047 w 2241465"/>
              <a:gd name="connsiteY4" fmla="*/ 551195 h 551195"/>
              <a:gd name="connsiteX5" fmla="*/ 165556 w 2241465"/>
              <a:gd name="connsiteY5" fmla="*/ 268467 h 551195"/>
              <a:gd name="connsiteX0" fmla="*/ 165556 w 2241476"/>
              <a:gd name="connsiteY0" fmla="*/ 268467 h 551195"/>
              <a:gd name="connsiteX1" fmla="*/ 322950 w 2241476"/>
              <a:gd name="connsiteY1" fmla="*/ 20200 h 551195"/>
              <a:gd name="connsiteX2" fmla="*/ 1889440 w 2241476"/>
              <a:gd name="connsiteY2" fmla="*/ 23331 h 551195"/>
              <a:gd name="connsiteX3" fmla="*/ 2241009 w 2241476"/>
              <a:gd name="connsiteY3" fmla="*/ 544845 h 551195"/>
              <a:gd name="connsiteX4" fmla="*/ 2047 w 2241476"/>
              <a:gd name="connsiteY4" fmla="*/ 551195 h 551195"/>
              <a:gd name="connsiteX5" fmla="*/ 165556 w 2241476"/>
              <a:gd name="connsiteY5" fmla="*/ 268467 h 551195"/>
              <a:gd name="connsiteX0" fmla="*/ 165556 w 2241441"/>
              <a:gd name="connsiteY0" fmla="*/ 249012 h 531740"/>
              <a:gd name="connsiteX1" fmla="*/ 322950 w 2241441"/>
              <a:gd name="connsiteY1" fmla="*/ 745 h 531740"/>
              <a:gd name="connsiteX2" fmla="*/ 1889440 w 2241441"/>
              <a:gd name="connsiteY2" fmla="*/ 3876 h 531740"/>
              <a:gd name="connsiteX3" fmla="*/ 2241009 w 2241441"/>
              <a:gd name="connsiteY3" fmla="*/ 525390 h 531740"/>
              <a:gd name="connsiteX4" fmla="*/ 2047 w 2241441"/>
              <a:gd name="connsiteY4" fmla="*/ 531740 h 531740"/>
              <a:gd name="connsiteX5" fmla="*/ 165556 w 2241441"/>
              <a:gd name="connsiteY5" fmla="*/ 249012 h 531740"/>
              <a:gd name="connsiteX0" fmla="*/ 165824 w 2241709"/>
              <a:gd name="connsiteY0" fmla="*/ 249012 h 531740"/>
              <a:gd name="connsiteX1" fmla="*/ 323218 w 2241709"/>
              <a:gd name="connsiteY1" fmla="*/ 745 h 531740"/>
              <a:gd name="connsiteX2" fmla="*/ 1889708 w 2241709"/>
              <a:gd name="connsiteY2" fmla="*/ 3876 h 531740"/>
              <a:gd name="connsiteX3" fmla="*/ 2241277 w 2241709"/>
              <a:gd name="connsiteY3" fmla="*/ 525390 h 531740"/>
              <a:gd name="connsiteX4" fmla="*/ 2315 w 2241709"/>
              <a:gd name="connsiteY4" fmla="*/ 531740 h 531740"/>
              <a:gd name="connsiteX5" fmla="*/ 165824 w 2241709"/>
              <a:gd name="connsiteY5" fmla="*/ 249012 h 531740"/>
              <a:gd name="connsiteX0" fmla="*/ 163987 w 2239872"/>
              <a:gd name="connsiteY0" fmla="*/ 249012 h 531740"/>
              <a:gd name="connsiteX1" fmla="*/ 321381 w 2239872"/>
              <a:gd name="connsiteY1" fmla="*/ 745 h 531740"/>
              <a:gd name="connsiteX2" fmla="*/ 1887871 w 2239872"/>
              <a:gd name="connsiteY2" fmla="*/ 3876 h 531740"/>
              <a:gd name="connsiteX3" fmla="*/ 2239440 w 2239872"/>
              <a:gd name="connsiteY3" fmla="*/ 525390 h 531740"/>
              <a:gd name="connsiteX4" fmla="*/ 478 w 2239872"/>
              <a:gd name="connsiteY4" fmla="*/ 531740 h 531740"/>
              <a:gd name="connsiteX5" fmla="*/ 163987 w 2239872"/>
              <a:gd name="connsiteY5" fmla="*/ 249012 h 531740"/>
              <a:gd name="connsiteX0" fmla="*/ 162754 w 2239876"/>
              <a:gd name="connsiteY0" fmla="*/ 259078 h 531740"/>
              <a:gd name="connsiteX1" fmla="*/ 321385 w 2239876"/>
              <a:gd name="connsiteY1" fmla="*/ 745 h 531740"/>
              <a:gd name="connsiteX2" fmla="*/ 1887875 w 2239876"/>
              <a:gd name="connsiteY2" fmla="*/ 3876 h 531740"/>
              <a:gd name="connsiteX3" fmla="*/ 2239444 w 2239876"/>
              <a:gd name="connsiteY3" fmla="*/ 525390 h 531740"/>
              <a:gd name="connsiteX4" fmla="*/ 482 w 2239876"/>
              <a:gd name="connsiteY4" fmla="*/ 531740 h 531740"/>
              <a:gd name="connsiteX5" fmla="*/ 162754 w 2239876"/>
              <a:gd name="connsiteY5" fmla="*/ 259078 h 531740"/>
              <a:gd name="connsiteX0" fmla="*/ 162754 w 2239876"/>
              <a:gd name="connsiteY0" fmla="*/ 259078 h 531740"/>
              <a:gd name="connsiteX1" fmla="*/ 321385 w 2239876"/>
              <a:gd name="connsiteY1" fmla="*/ 745 h 531740"/>
              <a:gd name="connsiteX2" fmla="*/ 1887875 w 2239876"/>
              <a:gd name="connsiteY2" fmla="*/ 3876 h 531740"/>
              <a:gd name="connsiteX3" fmla="*/ 2239444 w 2239876"/>
              <a:gd name="connsiteY3" fmla="*/ 525390 h 531740"/>
              <a:gd name="connsiteX4" fmla="*/ 482 w 2239876"/>
              <a:gd name="connsiteY4" fmla="*/ 531740 h 531740"/>
              <a:gd name="connsiteX5" fmla="*/ 162754 w 2239876"/>
              <a:gd name="connsiteY5" fmla="*/ 259078 h 531740"/>
              <a:gd name="connsiteX0" fmla="*/ 162754 w 2241806"/>
              <a:gd name="connsiteY0" fmla="*/ 294262 h 566924"/>
              <a:gd name="connsiteX1" fmla="*/ 315203 w 2241806"/>
              <a:gd name="connsiteY1" fmla="*/ 35929 h 566924"/>
              <a:gd name="connsiteX2" fmla="*/ 1887875 w 2241806"/>
              <a:gd name="connsiteY2" fmla="*/ 39060 h 566924"/>
              <a:gd name="connsiteX3" fmla="*/ 2239444 w 2241806"/>
              <a:gd name="connsiteY3" fmla="*/ 560574 h 566924"/>
              <a:gd name="connsiteX4" fmla="*/ 482 w 2241806"/>
              <a:gd name="connsiteY4" fmla="*/ 566924 h 566924"/>
              <a:gd name="connsiteX5" fmla="*/ 162754 w 2241806"/>
              <a:gd name="connsiteY5" fmla="*/ 294262 h 566924"/>
              <a:gd name="connsiteX0" fmla="*/ 162754 w 2239873"/>
              <a:gd name="connsiteY0" fmla="*/ 258333 h 530995"/>
              <a:gd name="connsiteX1" fmla="*/ 315203 w 2239873"/>
              <a:gd name="connsiteY1" fmla="*/ 0 h 530995"/>
              <a:gd name="connsiteX2" fmla="*/ 1887875 w 2239873"/>
              <a:gd name="connsiteY2" fmla="*/ 3131 h 530995"/>
              <a:gd name="connsiteX3" fmla="*/ 2239444 w 2239873"/>
              <a:gd name="connsiteY3" fmla="*/ 524645 h 530995"/>
              <a:gd name="connsiteX4" fmla="*/ 482 w 2239873"/>
              <a:gd name="connsiteY4" fmla="*/ 530995 h 530995"/>
              <a:gd name="connsiteX5" fmla="*/ 162754 w 2239873"/>
              <a:gd name="connsiteY5" fmla="*/ 258333 h 530995"/>
              <a:gd name="connsiteX0" fmla="*/ 162754 w 2239865"/>
              <a:gd name="connsiteY0" fmla="*/ 260579 h 533241"/>
              <a:gd name="connsiteX1" fmla="*/ 315203 w 2239865"/>
              <a:gd name="connsiteY1" fmla="*/ 2246 h 533241"/>
              <a:gd name="connsiteX2" fmla="*/ 1880457 w 2239865"/>
              <a:gd name="connsiteY2" fmla="*/ 344 h 533241"/>
              <a:gd name="connsiteX3" fmla="*/ 2239444 w 2239865"/>
              <a:gd name="connsiteY3" fmla="*/ 526891 h 533241"/>
              <a:gd name="connsiteX4" fmla="*/ 482 w 2239865"/>
              <a:gd name="connsiteY4" fmla="*/ 533241 h 533241"/>
              <a:gd name="connsiteX5" fmla="*/ 162754 w 2239865"/>
              <a:gd name="connsiteY5" fmla="*/ 260579 h 533241"/>
              <a:gd name="connsiteX0" fmla="*/ 162754 w 2230295"/>
              <a:gd name="connsiteY0" fmla="*/ 298669 h 573844"/>
              <a:gd name="connsiteX1" fmla="*/ 315203 w 2230295"/>
              <a:gd name="connsiteY1" fmla="*/ 40336 h 573844"/>
              <a:gd name="connsiteX2" fmla="*/ 1880457 w 2230295"/>
              <a:gd name="connsiteY2" fmla="*/ 38434 h 573844"/>
              <a:gd name="connsiteX3" fmla="*/ 2227864 w 2230295"/>
              <a:gd name="connsiteY3" fmla="*/ 573819 h 573844"/>
              <a:gd name="connsiteX4" fmla="*/ 482 w 2230295"/>
              <a:gd name="connsiteY4" fmla="*/ 571331 h 573844"/>
              <a:gd name="connsiteX5" fmla="*/ 162754 w 2230295"/>
              <a:gd name="connsiteY5" fmla="*/ 298669 h 573844"/>
              <a:gd name="connsiteX0" fmla="*/ 162754 w 2228293"/>
              <a:gd name="connsiteY0" fmla="*/ 261114 h 536285"/>
              <a:gd name="connsiteX1" fmla="*/ 315203 w 2228293"/>
              <a:gd name="connsiteY1" fmla="*/ 2781 h 536285"/>
              <a:gd name="connsiteX2" fmla="*/ 1880457 w 2228293"/>
              <a:gd name="connsiteY2" fmla="*/ 879 h 536285"/>
              <a:gd name="connsiteX3" fmla="*/ 2227864 w 2228293"/>
              <a:gd name="connsiteY3" fmla="*/ 536264 h 536285"/>
              <a:gd name="connsiteX4" fmla="*/ 482 w 2228293"/>
              <a:gd name="connsiteY4" fmla="*/ 533776 h 536285"/>
              <a:gd name="connsiteX5" fmla="*/ 162754 w 2228293"/>
              <a:gd name="connsiteY5" fmla="*/ 261114 h 53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8293" h="536285">
                <a:moveTo>
                  <a:pt x="162754" y="261114"/>
                </a:moveTo>
                <a:cubicBezTo>
                  <a:pt x="257937" y="102802"/>
                  <a:pt x="299889" y="29746"/>
                  <a:pt x="315203" y="2781"/>
                </a:cubicBezTo>
                <a:cubicBezTo>
                  <a:pt x="317577" y="5551"/>
                  <a:pt x="1880128" y="-2597"/>
                  <a:pt x="1880457" y="879"/>
                </a:cubicBezTo>
                <a:cubicBezTo>
                  <a:pt x="1880786" y="4355"/>
                  <a:pt x="2242454" y="540164"/>
                  <a:pt x="2227864" y="536264"/>
                </a:cubicBezTo>
                <a:lnTo>
                  <a:pt x="482" y="533776"/>
                </a:lnTo>
                <a:cubicBezTo>
                  <a:pt x="-8462" y="533870"/>
                  <a:pt x="109329" y="352955"/>
                  <a:pt x="162754" y="261114"/>
                </a:cubicBezTo>
                <a:close/>
              </a:path>
            </a:pathLst>
          </a:custGeom>
          <a:solidFill>
            <a:srgbClr val="647D83"/>
          </a:solidFill>
          <a:ln w="38100">
            <a:solidFill>
              <a:schemeClr val="bg1"/>
            </a:solidFill>
          </a:ln>
        </p:spPr>
        <p:txBody>
          <a:bodyPr lIns="144000" rIns="144000" anchor="ctr"/>
          <a:lstStyle>
            <a:lvl1pPr marL="0" indent="0" algn="ctr">
              <a:lnSpc>
                <a:spcPct val="90000"/>
              </a:lnSpc>
              <a:spcBef>
                <a:spcPts val="0"/>
              </a:spcBef>
              <a:buNone/>
              <a:defRPr spc="-40" baseline="0">
                <a:solidFill>
                  <a:schemeClr val="bg1"/>
                </a:solidFill>
              </a:defRPr>
            </a:lvl1pPr>
          </a:lstStyle>
          <a:p>
            <a:pPr lvl="0"/>
            <a:r>
              <a:rPr lang="en-GB"/>
              <a:t>Insert</a:t>
            </a:r>
            <a:br>
              <a:rPr lang="en-GB"/>
            </a:br>
            <a:r>
              <a:rPr lang="en-GB"/>
              <a:t>text</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1" name="Text Placeholder 3">
            <a:extLst>
              <a:ext uri="{FF2B5EF4-FFF2-40B4-BE49-F238E27FC236}">
                <a16:creationId xmlns:a16="http://schemas.microsoft.com/office/drawing/2014/main" id="{FBB5A326-6CC9-D83D-527C-CA8E26B2BA72}"/>
              </a:ext>
            </a:extLst>
          </p:cNvPr>
          <p:cNvSpPr>
            <a:spLocks noGrp="1"/>
          </p:cNvSpPr>
          <p:nvPr>
            <p:ph type="body" sz="quarter" idx="41" hasCustomPrompt="1"/>
          </p:nvPr>
        </p:nvSpPr>
        <p:spPr>
          <a:xfrm>
            <a:off x="695324" y="3696922"/>
            <a:ext cx="6190810" cy="1211697"/>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1164 w 4521116"/>
              <a:gd name="connsiteY0" fmla="*/ 0 h 2352415"/>
              <a:gd name="connsiteX1" fmla="*/ 4458535 w 4521116"/>
              <a:gd name="connsiteY1" fmla="*/ 619 h 2352415"/>
              <a:gd name="connsiteX2" fmla="*/ 4518117 w 4521116"/>
              <a:gd name="connsiteY2" fmla="*/ 33742 h 2352415"/>
              <a:gd name="connsiteX3" fmla="*/ 4518117 w 4521116"/>
              <a:gd name="connsiteY3" fmla="*/ 2344738 h 2352415"/>
              <a:gd name="connsiteX4" fmla="*/ 2437407 w 4521116"/>
              <a:gd name="connsiteY4" fmla="*/ 2352415 h 2352415"/>
              <a:gd name="connsiteX5" fmla="*/ 21315 w 4521116"/>
              <a:gd name="connsiteY5" fmla="*/ 2344738 h 2352415"/>
              <a:gd name="connsiteX6" fmla="*/ 406 w 4521116"/>
              <a:gd name="connsiteY6" fmla="*/ 1881244 h 2352415"/>
              <a:gd name="connsiteX7" fmla="*/ 1164 w 4521116"/>
              <a:gd name="connsiteY7" fmla="*/ 0 h 2352415"/>
              <a:gd name="connsiteX0" fmla="*/ 4314 w 4524266"/>
              <a:gd name="connsiteY0" fmla="*/ 0 h 2352415"/>
              <a:gd name="connsiteX1" fmla="*/ 4461685 w 4524266"/>
              <a:gd name="connsiteY1" fmla="*/ 619 h 2352415"/>
              <a:gd name="connsiteX2" fmla="*/ 4521267 w 4524266"/>
              <a:gd name="connsiteY2" fmla="*/ 33742 h 2352415"/>
              <a:gd name="connsiteX3" fmla="*/ 4521267 w 4524266"/>
              <a:gd name="connsiteY3" fmla="*/ 2344738 h 2352415"/>
              <a:gd name="connsiteX4" fmla="*/ 2440557 w 4524266"/>
              <a:gd name="connsiteY4" fmla="*/ 2352415 h 2352415"/>
              <a:gd name="connsiteX5" fmla="*/ 24465 w 4524266"/>
              <a:gd name="connsiteY5" fmla="*/ 2344738 h 2352415"/>
              <a:gd name="connsiteX6" fmla="*/ 3556 w 4524266"/>
              <a:gd name="connsiteY6" fmla="*/ 1881244 h 2352415"/>
              <a:gd name="connsiteX7" fmla="*/ 4314 w 4524266"/>
              <a:gd name="connsiteY7" fmla="*/ 0 h 2352415"/>
              <a:gd name="connsiteX0" fmla="*/ 4314 w 4521999"/>
              <a:gd name="connsiteY0" fmla="*/ 0 h 2375256"/>
              <a:gd name="connsiteX1" fmla="*/ 4461685 w 4521999"/>
              <a:gd name="connsiteY1" fmla="*/ 619 h 2375256"/>
              <a:gd name="connsiteX2" fmla="*/ 4521267 w 4521999"/>
              <a:gd name="connsiteY2" fmla="*/ 33742 h 2375256"/>
              <a:gd name="connsiteX3" fmla="*/ 4081439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21999"/>
              <a:gd name="connsiteY0" fmla="*/ 0 h 2375256"/>
              <a:gd name="connsiteX1" fmla="*/ 4461685 w 4521999"/>
              <a:gd name="connsiteY1" fmla="*/ 619 h 2375256"/>
              <a:gd name="connsiteX2" fmla="*/ 4521267 w 4521999"/>
              <a:gd name="connsiteY2" fmla="*/ 33742 h 2375256"/>
              <a:gd name="connsiteX3" fmla="*/ 4041455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21999"/>
              <a:gd name="connsiteY0" fmla="*/ 0 h 2375256"/>
              <a:gd name="connsiteX1" fmla="*/ 4461685 w 4521999"/>
              <a:gd name="connsiteY1" fmla="*/ 619 h 2375256"/>
              <a:gd name="connsiteX2" fmla="*/ 4521267 w 4521999"/>
              <a:gd name="connsiteY2" fmla="*/ 33742 h 2375256"/>
              <a:gd name="connsiteX3" fmla="*/ 4041455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21999"/>
              <a:gd name="connsiteY0" fmla="*/ 0 h 2375256"/>
              <a:gd name="connsiteX1" fmla="*/ 4461685 w 4521999"/>
              <a:gd name="connsiteY1" fmla="*/ 619 h 2375256"/>
              <a:gd name="connsiteX2" fmla="*/ 4521267 w 4521999"/>
              <a:gd name="connsiteY2" fmla="*/ 33742 h 2375256"/>
              <a:gd name="connsiteX3" fmla="*/ 4041455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61667"/>
              <a:gd name="connsiteY0" fmla="*/ 0 h 2375256"/>
              <a:gd name="connsiteX1" fmla="*/ 4461685 w 4561667"/>
              <a:gd name="connsiteY1" fmla="*/ 619 h 2375256"/>
              <a:gd name="connsiteX2" fmla="*/ 4561252 w 4561667"/>
              <a:gd name="connsiteY2" fmla="*/ 49002 h 2375256"/>
              <a:gd name="connsiteX3" fmla="*/ 4041455 w 4561667"/>
              <a:gd name="connsiteY3" fmla="*/ 2375256 h 2375256"/>
              <a:gd name="connsiteX4" fmla="*/ 2440557 w 4561667"/>
              <a:gd name="connsiteY4" fmla="*/ 2352415 h 2375256"/>
              <a:gd name="connsiteX5" fmla="*/ 24465 w 4561667"/>
              <a:gd name="connsiteY5" fmla="*/ 2344738 h 2375256"/>
              <a:gd name="connsiteX6" fmla="*/ 3556 w 4561667"/>
              <a:gd name="connsiteY6" fmla="*/ 1881244 h 2375256"/>
              <a:gd name="connsiteX7" fmla="*/ 4314 w 4561667"/>
              <a:gd name="connsiteY7" fmla="*/ 0 h 2375256"/>
              <a:gd name="connsiteX0" fmla="*/ 4314 w 4585383"/>
              <a:gd name="connsiteY0" fmla="*/ 0 h 2375256"/>
              <a:gd name="connsiteX1" fmla="*/ 4461685 w 4585383"/>
              <a:gd name="connsiteY1" fmla="*/ 619 h 2375256"/>
              <a:gd name="connsiteX2" fmla="*/ 4585053 w 4585383"/>
              <a:gd name="connsiteY2" fmla="*/ 29928 h 2375256"/>
              <a:gd name="connsiteX3" fmla="*/ 4041455 w 4585383"/>
              <a:gd name="connsiteY3" fmla="*/ 2375256 h 2375256"/>
              <a:gd name="connsiteX4" fmla="*/ 2440557 w 4585383"/>
              <a:gd name="connsiteY4" fmla="*/ 2352415 h 2375256"/>
              <a:gd name="connsiteX5" fmla="*/ 24465 w 4585383"/>
              <a:gd name="connsiteY5" fmla="*/ 2344738 h 2375256"/>
              <a:gd name="connsiteX6" fmla="*/ 3556 w 4585383"/>
              <a:gd name="connsiteY6" fmla="*/ 1881244 h 2375256"/>
              <a:gd name="connsiteX7" fmla="*/ 4314 w 4585383"/>
              <a:gd name="connsiteY7" fmla="*/ 0 h 2375256"/>
              <a:gd name="connsiteX0" fmla="*/ 4314 w 4587756"/>
              <a:gd name="connsiteY0" fmla="*/ 0 h 2375256"/>
              <a:gd name="connsiteX1" fmla="*/ 4461685 w 4587756"/>
              <a:gd name="connsiteY1" fmla="*/ 619 h 2375256"/>
              <a:gd name="connsiteX2" fmla="*/ 4587433 w 4587756"/>
              <a:gd name="connsiteY2" fmla="*/ 36286 h 2375256"/>
              <a:gd name="connsiteX3" fmla="*/ 4041455 w 4587756"/>
              <a:gd name="connsiteY3" fmla="*/ 2375256 h 2375256"/>
              <a:gd name="connsiteX4" fmla="*/ 2440557 w 4587756"/>
              <a:gd name="connsiteY4" fmla="*/ 2352415 h 2375256"/>
              <a:gd name="connsiteX5" fmla="*/ 24465 w 4587756"/>
              <a:gd name="connsiteY5" fmla="*/ 2344738 h 2375256"/>
              <a:gd name="connsiteX6" fmla="*/ 3556 w 4587756"/>
              <a:gd name="connsiteY6" fmla="*/ 1881244 h 2375256"/>
              <a:gd name="connsiteX7" fmla="*/ 4314 w 4587756"/>
              <a:gd name="connsiteY7" fmla="*/ 0 h 2375256"/>
              <a:gd name="connsiteX0" fmla="*/ 4314 w 4587433"/>
              <a:gd name="connsiteY0" fmla="*/ 0 h 2375256"/>
              <a:gd name="connsiteX1" fmla="*/ 4461685 w 4587433"/>
              <a:gd name="connsiteY1" fmla="*/ 619 h 2375256"/>
              <a:gd name="connsiteX2" fmla="*/ 4587433 w 4587433"/>
              <a:gd name="connsiteY2" fmla="*/ 36286 h 2375256"/>
              <a:gd name="connsiteX3" fmla="*/ 4041455 w 4587433"/>
              <a:gd name="connsiteY3" fmla="*/ 2375256 h 2375256"/>
              <a:gd name="connsiteX4" fmla="*/ 2440557 w 4587433"/>
              <a:gd name="connsiteY4" fmla="*/ 2352415 h 2375256"/>
              <a:gd name="connsiteX5" fmla="*/ 24465 w 4587433"/>
              <a:gd name="connsiteY5" fmla="*/ 2344738 h 2375256"/>
              <a:gd name="connsiteX6" fmla="*/ 3556 w 4587433"/>
              <a:gd name="connsiteY6" fmla="*/ 1881244 h 2375256"/>
              <a:gd name="connsiteX7" fmla="*/ 4314 w 4587433"/>
              <a:gd name="connsiteY7" fmla="*/ 0 h 2375256"/>
              <a:gd name="connsiteX0" fmla="*/ 4314 w 4594573"/>
              <a:gd name="connsiteY0" fmla="*/ 0 h 2375256"/>
              <a:gd name="connsiteX1" fmla="*/ 4461685 w 4594573"/>
              <a:gd name="connsiteY1" fmla="*/ 619 h 2375256"/>
              <a:gd name="connsiteX2" fmla="*/ 4594573 w 4594573"/>
              <a:gd name="connsiteY2" fmla="*/ 10854 h 2375256"/>
              <a:gd name="connsiteX3" fmla="*/ 4041455 w 4594573"/>
              <a:gd name="connsiteY3" fmla="*/ 2375256 h 2375256"/>
              <a:gd name="connsiteX4" fmla="*/ 2440557 w 4594573"/>
              <a:gd name="connsiteY4" fmla="*/ 2352415 h 2375256"/>
              <a:gd name="connsiteX5" fmla="*/ 24465 w 4594573"/>
              <a:gd name="connsiteY5" fmla="*/ 2344738 h 2375256"/>
              <a:gd name="connsiteX6" fmla="*/ 3556 w 4594573"/>
              <a:gd name="connsiteY6" fmla="*/ 1881244 h 2375256"/>
              <a:gd name="connsiteX7" fmla="*/ 4314 w 4594573"/>
              <a:gd name="connsiteY7" fmla="*/ 0 h 2375256"/>
              <a:gd name="connsiteX0" fmla="*/ 4314 w 4594573"/>
              <a:gd name="connsiteY0" fmla="*/ 0 h 2375256"/>
              <a:gd name="connsiteX1" fmla="*/ 4461685 w 4594573"/>
              <a:gd name="connsiteY1" fmla="*/ 619 h 2375256"/>
              <a:gd name="connsiteX2" fmla="*/ 4594573 w 4594573"/>
              <a:gd name="connsiteY2" fmla="*/ 10854 h 2375256"/>
              <a:gd name="connsiteX3" fmla="*/ 4041455 w 4594573"/>
              <a:gd name="connsiteY3" fmla="*/ 2375256 h 2375256"/>
              <a:gd name="connsiteX4" fmla="*/ 2440557 w 4594573"/>
              <a:gd name="connsiteY4" fmla="*/ 2352415 h 2375256"/>
              <a:gd name="connsiteX5" fmla="*/ 24465 w 4594573"/>
              <a:gd name="connsiteY5" fmla="*/ 2344738 h 2375256"/>
              <a:gd name="connsiteX6" fmla="*/ 3556 w 4594573"/>
              <a:gd name="connsiteY6" fmla="*/ 1881244 h 2375256"/>
              <a:gd name="connsiteX7" fmla="*/ 4314 w 4594573"/>
              <a:gd name="connsiteY7" fmla="*/ 0 h 2375256"/>
              <a:gd name="connsiteX0" fmla="*/ 4314 w 4594573"/>
              <a:gd name="connsiteY0" fmla="*/ 0 h 2375256"/>
              <a:gd name="connsiteX1" fmla="*/ 4461685 w 4594573"/>
              <a:gd name="connsiteY1" fmla="*/ 619 h 2375256"/>
              <a:gd name="connsiteX2" fmla="*/ 4594573 w 4594573"/>
              <a:gd name="connsiteY2" fmla="*/ 10854 h 2375256"/>
              <a:gd name="connsiteX3" fmla="*/ 4041455 w 4594573"/>
              <a:gd name="connsiteY3" fmla="*/ 2375256 h 2375256"/>
              <a:gd name="connsiteX4" fmla="*/ 2440557 w 4594573"/>
              <a:gd name="connsiteY4" fmla="*/ 2352415 h 2375256"/>
              <a:gd name="connsiteX5" fmla="*/ 24465 w 4594573"/>
              <a:gd name="connsiteY5" fmla="*/ 2344738 h 2375256"/>
              <a:gd name="connsiteX6" fmla="*/ 3556 w 4594573"/>
              <a:gd name="connsiteY6" fmla="*/ 1881244 h 2375256"/>
              <a:gd name="connsiteX7" fmla="*/ 4314 w 4594573"/>
              <a:gd name="connsiteY7" fmla="*/ 0 h 2375256"/>
              <a:gd name="connsiteX0" fmla="*/ 4314 w 4603753"/>
              <a:gd name="connsiteY0" fmla="*/ 5497 h 2380753"/>
              <a:gd name="connsiteX1" fmla="*/ 4461685 w 4603753"/>
              <a:gd name="connsiteY1" fmla="*/ 6116 h 2380753"/>
              <a:gd name="connsiteX2" fmla="*/ 4603753 w 4603753"/>
              <a:gd name="connsiteY2" fmla="*/ 0 h 2380753"/>
              <a:gd name="connsiteX3" fmla="*/ 4041455 w 4603753"/>
              <a:gd name="connsiteY3" fmla="*/ 2380753 h 2380753"/>
              <a:gd name="connsiteX4" fmla="*/ 2440557 w 4603753"/>
              <a:gd name="connsiteY4" fmla="*/ 2357912 h 2380753"/>
              <a:gd name="connsiteX5" fmla="*/ 24465 w 4603753"/>
              <a:gd name="connsiteY5" fmla="*/ 2350235 h 2380753"/>
              <a:gd name="connsiteX6" fmla="*/ 3556 w 4603753"/>
              <a:gd name="connsiteY6" fmla="*/ 1886741 h 2380753"/>
              <a:gd name="connsiteX7" fmla="*/ 4314 w 4603753"/>
              <a:gd name="connsiteY7" fmla="*/ 5497 h 2380753"/>
              <a:gd name="connsiteX0" fmla="*/ 4314 w 4603753"/>
              <a:gd name="connsiteY0" fmla="*/ 16655 h 2391911"/>
              <a:gd name="connsiteX1" fmla="*/ 4246628 w 4603753"/>
              <a:gd name="connsiteY1" fmla="*/ 0 h 2391911"/>
              <a:gd name="connsiteX2" fmla="*/ 4603753 w 4603753"/>
              <a:gd name="connsiteY2" fmla="*/ 11158 h 2391911"/>
              <a:gd name="connsiteX3" fmla="*/ 4041455 w 4603753"/>
              <a:gd name="connsiteY3" fmla="*/ 2391911 h 2391911"/>
              <a:gd name="connsiteX4" fmla="*/ 2440557 w 4603753"/>
              <a:gd name="connsiteY4" fmla="*/ 2369070 h 2391911"/>
              <a:gd name="connsiteX5" fmla="*/ 24465 w 4603753"/>
              <a:gd name="connsiteY5" fmla="*/ 2361393 h 2391911"/>
              <a:gd name="connsiteX6" fmla="*/ 3556 w 4603753"/>
              <a:gd name="connsiteY6" fmla="*/ 1897899 h 2391911"/>
              <a:gd name="connsiteX7" fmla="*/ 4314 w 4603753"/>
              <a:gd name="connsiteY7" fmla="*/ 16655 h 2391911"/>
              <a:gd name="connsiteX0" fmla="*/ 4314 w 4311036"/>
              <a:gd name="connsiteY0" fmla="*/ 16655 h 2391911"/>
              <a:gd name="connsiteX1" fmla="*/ 4246628 w 4311036"/>
              <a:gd name="connsiteY1" fmla="*/ 0 h 2391911"/>
              <a:gd name="connsiteX2" fmla="*/ 4311036 w 4311036"/>
              <a:gd name="connsiteY2" fmla="*/ 28432 h 2391911"/>
              <a:gd name="connsiteX3" fmla="*/ 4041455 w 4311036"/>
              <a:gd name="connsiteY3" fmla="*/ 2391911 h 2391911"/>
              <a:gd name="connsiteX4" fmla="*/ 2440557 w 4311036"/>
              <a:gd name="connsiteY4" fmla="*/ 2369070 h 2391911"/>
              <a:gd name="connsiteX5" fmla="*/ 24465 w 4311036"/>
              <a:gd name="connsiteY5" fmla="*/ 2361393 h 2391911"/>
              <a:gd name="connsiteX6" fmla="*/ 3556 w 4311036"/>
              <a:gd name="connsiteY6" fmla="*/ 1897899 h 2391911"/>
              <a:gd name="connsiteX7" fmla="*/ 4314 w 4311036"/>
              <a:gd name="connsiteY7" fmla="*/ 16655 h 2391911"/>
              <a:gd name="connsiteX0" fmla="*/ 4314 w 4311036"/>
              <a:gd name="connsiteY0" fmla="*/ 16655 h 2426461"/>
              <a:gd name="connsiteX1" fmla="*/ 4246628 w 4311036"/>
              <a:gd name="connsiteY1" fmla="*/ 0 h 2426461"/>
              <a:gd name="connsiteX2" fmla="*/ 4311036 w 4311036"/>
              <a:gd name="connsiteY2" fmla="*/ 28432 h 2426461"/>
              <a:gd name="connsiteX3" fmla="*/ 3754713 w 4311036"/>
              <a:gd name="connsiteY3" fmla="*/ 2426461 h 2426461"/>
              <a:gd name="connsiteX4" fmla="*/ 2440557 w 4311036"/>
              <a:gd name="connsiteY4" fmla="*/ 2369070 h 2426461"/>
              <a:gd name="connsiteX5" fmla="*/ 24465 w 4311036"/>
              <a:gd name="connsiteY5" fmla="*/ 2361393 h 2426461"/>
              <a:gd name="connsiteX6" fmla="*/ 3556 w 4311036"/>
              <a:gd name="connsiteY6" fmla="*/ 1897899 h 2426461"/>
              <a:gd name="connsiteX7" fmla="*/ 4314 w 4311036"/>
              <a:gd name="connsiteY7" fmla="*/ 16655 h 2426461"/>
              <a:gd name="connsiteX0" fmla="*/ 4314 w 4287141"/>
              <a:gd name="connsiteY0" fmla="*/ 16655 h 2426461"/>
              <a:gd name="connsiteX1" fmla="*/ 4246628 w 4287141"/>
              <a:gd name="connsiteY1" fmla="*/ 0 h 2426461"/>
              <a:gd name="connsiteX2" fmla="*/ 4287141 w 4287141"/>
              <a:gd name="connsiteY2" fmla="*/ 28432 h 2426461"/>
              <a:gd name="connsiteX3" fmla="*/ 3754713 w 4287141"/>
              <a:gd name="connsiteY3" fmla="*/ 2426461 h 2426461"/>
              <a:gd name="connsiteX4" fmla="*/ 2440557 w 4287141"/>
              <a:gd name="connsiteY4" fmla="*/ 2369070 h 2426461"/>
              <a:gd name="connsiteX5" fmla="*/ 24465 w 4287141"/>
              <a:gd name="connsiteY5" fmla="*/ 2361393 h 2426461"/>
              <a:gd name="connsiteX6" fmla="*/ 3556 w 4287141"/>
              <a:gd name="connsiteY6" fmla="*/ 1897899 h 2426461"/>
              <a:gd name="connsiteX7" fmla="*/ 4314 w 4287141"/>
              <a:gd name="connsiteY7" fmla="*/ 16655 h 242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141" h="2426461">
                <a:moveTo>
                  <a:pt x="4314" y="16655"/>
                </a:moveTo>
                <a:lnTo>
                  <a:pt x="4246628" y="0"/>
                </a:lnTo>
                <a:cubicBezTo>
                  <a:pt x="4266489" y="11041"/>
                  <a:pt x="4244294" y="31139"/>
                  <a:pt x="4287141" y="28432"/>
                </a:cubicBezTo>
                <a:cubicBezTo>
                  <a:pt x="4108249" y="807198"/>
                  <a:pt x="3899895" y="1832883"/>
                  <a:pt x="3754713" y="2426461"/>
                </a:cubicBezTo>
                <a:lnTo>
                  <a:pt x="2440557" y="2369070"/>
                </a:lnTo>
                <a:lnTo>
                  <a:pt x="24465" y="2361393"/>
                </a:lnTo>
                <a:cubicBezTo>
                  <a:pt x="570" y="2360195"/>
                  <a:pt x="8811" y="2255972"/>
                  <a:pt x="3556" y="1897899"/>
                </a:cubicBezTo>
                <a:cubicBezTo>
                  <a:pt x="348" y="1389874"/>
                  <a:pt x="-2836" y="285605"/>
                  <a:pt x="4314" y="16655"/>
                </a:cubicBezTo>
                <a:close/>
              </a:path>
            </a:pathLst>
          </a:custGeom>
          <a:solidFill>
            <a:srgbClr val="D3E3E5"/>
          </a:solidFill>
        </p:spPr>
        <p:txBody>
          <a:bodyPr lIns="144000" tIns="144000"/>
          <a:lstStyle>
            <a:lvl1pPr marL="0" indent="0">
              <a:buNone/>
              <a:defRPr>
                <a:solidFill>
                  <a:schemeClr val="tx1"/>
                </a:solidFill>
              </a:defRPr>
            </a:lvl1pPr>
            <a:lvl2pPr marL="184150" indent="-171450">
              <a:buFont typeface="Arial" panose="020B0604020202020204" pitchFamily="34" charset="0"/>
              <a:buChar char="•"/>
              <a:tabLst/>
              <a:defRPr sz="1400">
                <a:solidFill>
                  <a:schemeClr val="tx1"/>
                </a:solidFill>
              </a:defRPr>
            </a:lvl2pPr>
          </a:lstStyle>
          <a:p>
            <a:pPr lvl="0"/>
            <a:r>
              <a:rPr lang="en-GB" dirty="0"/>
              <a:t>Explanation to pyramid middle</a:t>
            </a:r>
          </a:p>
          <a:p>
            <a:pPr lvl="1"/>
            <a:r>
              <a:rPr lang="en-GB" dirty="0"/>
              <a:t>List style</a:t>
            </a:r>
          </a:p>
        </p:txBody>
      </p:sp>
      <p:sp>
        <p:nvSpPr>
          <p:cNvPr id="2" name="Text Placeholder 22">
            <a:extLst>
              <a:ext uri="{FF2B5EF4-FFF2-40B4-BE49-F238E27FC236}">
                <a16:creationId xmlns:a16="http://schemas.microsoft.com/office/drawing/2014/main" id="{D6100CD6-6EB9-2620-3E36-6546488F21DC}"/>
              </a:ext>
            </a:extLst>
          </p:cNvPr>
          <p:cNvSpPr>
            <a:spLocks noGrp="1"/>
          </p:cNvSpPr>
          <p:nvPr>
            <p:ph type="body" sz="quarter" idx="44" hasCustomPrompt="1"/>
          </p:nvPr>
        </p:nvSpPr>
        <p:spPr>
          <a:xfrm>
            <a:off x="6141601" y="3615140"/>
            <a:ext cx="3981143" cy="1356126"/>
          </a:xfrm>
          <a:custGeom>
            <a:avLst/>
            <a:gdLst>
              <a:gd name="connsiteX0" fmla="*/ 0 w 2208213"/>
              <a:gd name="connsiteY0" fmla="*/ 0 h 1550987"/>
              <a:gd name="connsiteX1" fmla="*/ 2208213 w 2208213"/>
              <a:gd name="connsiteY1" fmla="*/ 0 h 1550987"/>
              <a:gd name="connsiteX2" fmla="*/ 2208213 w 2208213"/>
              <a:gd name="connsiteY2" fmla="*/ 1550987 h 1550987"/>
              <a:gd name="connsiteX3" fmla="*/ 0 w 2208213"/>
              <a:gd name="connsiteY3" fmla="*/ 1550987 h 1550987"/>
              <a:gd name="connsiteX4" fmla="*/ 0 w 2208213"/>
              <a:gd name="connsiteY4" fmla="*/ 0 h 1550987"/>
              <a:gd name="connsiteX0" fmla="*/ 0 w 2214987"/>
              <a:gd name="connsiteY0" fmla="*/ 1442720 h 1550987"/>
              <a:gd name="connsiteX1" fmla="*/ 2214987 w 2214987"/>
              <a:gd name="connsiteY1" fmla="*/ 0 h 1550987"/>
              <a:gd name="connsiteX2" fmla="*/ 2214987 w 2214987"/>
              <a:gd name="connsiteY2" fmla="*/ 1550987 h 1550987"/>
              <a:gd name="connsiteX3" fmla="*/ 6774 w 2214987"/>
              <a:gd name="connsiteY3" fmla="*/ 1550987 h 1550987"/>
              <a:gd name="connsiteX4" fmla="*/ 0 w 2214987"/>
              <a:gd name="connsiteY4" fmla="*/ 1442720 h 1550987"/>
              <a:gd name="connsiteX0" fmla="*/ 0 w 2214987"/>
              <a:gd name="connsiteY0" fmla="*/ 0 h 108267"/>
              <a:gd name="connsiteX1" fmla="*/ 1117707 w 2214987"/>
              <a:gd name="connsiteY1" fmla="*/ 6774 h 108267"/>
              <a:gd name="connsiteX2" fmla="*/ 2214987 w 2214987"/>
              <a:gd name="connsiteY2" fmla="*/ 108267 h 108267"/>
              <a:gd name="connsiteX3" fmla="*/ 6774 w 2214987"/>
              <a:gd name="connsiteY3" fmla="*/ 108267 h 108267"/>
              <a:gd name="connsiteX4" fmla="*/ 0 w 2214987"/>
              <a:gd name="connsiteY4" fmla="*/ 0 h 108267"/>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4165 w 2219152"/>
              <a:gd name="connsiteY0" fmla="*/ 1679786 h 1788053"/>
              <a:gd name="connsiteX1" fmla="*/ 1067685 w 2219152"/>
              <a:gd name="connsiteY1" fmla="*/ 0 h 1788053"/>
              <a:gd name="connsiteX2" fmla="*/ 2219152 w 2219152"/>
              <a:gd name="connsiteY2" fmla="*/ 1788053 h 1788053"/>
              <a:gd name="connsiteX3" fmla="*/ 10939 w 2219152"/>
              <a:gd name="connsiteY3" fmla="*/ 1788053 h 1788053"/>
              <a:gd name="connsiteX4" fmla="*/ 4165 w 2219152"/>
              <a:gd name="connsiteY4" fmla="*/ 1679786 h 1788053"/>
              <a:gd name="connsiteX0" fmla="*/ 8666 w 2217303"/>
              <a:gd name="connsiteY0" fmla="*/ 1743286 h 1788053"/>
              <a:gd name="connsiteX1" fmla="*/ 1065836 w 2217303"/>
              <a:gd name="connsiteY1" fmla="*/ 0 h 1788053"/>
              <a:gd name="connsiteX2" fmla="*/ 2217303 w 2217303"/>
              <a:gd name="connsiteY2" fmla="*/ 1788053 h 1788053"/>
              <a:gd name="connsiteX3" fmla="*/ 9090 w 2217303"/>
              <a:gd name="connsiteY3" fmla="*/ 1788053 h 1788053"/>
              <a:gd name="connsiteX4" fmla="*/ 8666 w 2217303"/>
              <a:gd name="connsiteY4" fmla="*/ 1743286 h 1788053"/>
              <a:gd name="connsiteX0" fmla="*/ 8666 w 2217367"/>
              <a:gd name="connsiteY0" fmla="*/ 1743286 h 1788053"/>
              <a:gd name="connsiteX1" fmla="*/ 1065836 w 2217367"/>
              <a:gd name="connsiteY1" fmla="*/ 0 h 1788053"/>
              <a:gd name="connsiteX2" fmla="*/ 2217303 w 2217367"/>
              <a:gd name="connsiteY2" fmla="*/ 1788053 h 1788053"/>
              <a:gd name="connsiteX3" fmla="*/ 9090 w 2217367"/>
              <a:gd name="connsiteY3" fmla="*/ 1788053 h 1788053"/>
              <a:gd name="connsiteX4" fmla="*/ 8666 w 2217367"/>
              <a:gd name="connsiteY4" fmla="*/ 1743286 h 1788053"/>
              <a:gd name="connsiteX0" fmla="*/ 8666 w 2217367"/>
              <a:gd name="connsiteY0" fmla="*/ 1743286 h 1792286"/>
              <a:gd name="connsiteX1" fmla="*/ 1065836 w 2217367"/>
              <a:gd name="connsiteY1" fmla="*/ 0 h 1792286"/>
              <a:gd name="connsiteX2" fmla="*/ 2217303 w 2217367"/>
              <a:gd name="connsiteY2" fmla="*/ 1788053 h 1792286"/>
              <a:gd name="connsiteX3" fmla="*/ 9090 w 2217367"/>
              <a:gd name="connsiteY3" fmla="*/ 1788053 h 1792286"/>
              <a:gd name="connsiteX4" fmla="*/ 8666 w 2217367"/>
              <a:gd name="connsiteY4" fmla="*/ 1743286 h 1792286"/>
              <a:gd name="connsiteX0" fmla="*/ 11131 w 2219832"/>
              <a:gd name="connsiteY0" fmla="*/ 1743286 h 1794403"/>
              <a:gd name="connsiteX1" fmla="*/ 1068301 w 2219832"/>
              <a:gd name="connsiteY1" fmla="*/ 0 h 1794403"/>
              <a:gd name="connsiteX2" fmla="*/ 2219768 w 2219832"/>
              <a:gd name="connsiteY2" fmla="*/ 1788053 h 1794403"/>
              <a:gd name="connsiteX3" fmla="*/ 8380 w 2219832"/>
              <a:gd name="connsiteY3" fmla="*/ 1794403 h 1794403"/>
              <a:gd name="connsiteX4" fmla="*/ 11131 w 2219832"/>
              <a:gd name="connsiteY4" fmla="*/ 174328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87863"/>
              <a:gd name="connsiteY0" fmla="*/ 1780405 h 1812472"/>
              <a:gd name="connsiteX1" fmla="*/ 1069849 w 2287863"/>
              <a:gd name="connsiteY1" fmla="*/ 18069 h 1812472"/>
              <a:gd name="connsiteX2" fmla="*/ 1654578 w 2287863"/>
              <a:gd name="connsiteY2" fmla="*/ 920296 h 1812472"/>
              <a:gd name="connsiteX3" fmla="*/ 2221316 w 2287863"/>
              <a:gd name="connsiteY3" fmla="*/ 1806122 h 1812472"/>
              <a:gd name="connsiteX4" fmla="*/ 9928 w 2287863"/>
              <a:gd name="connsiteY4" fmla="*/ 1812472 h 1812472"/>
              <a:gd name="connsiteX5" fmla="*/ 6329 w 2287863"/>
              <a:gd name="connsiteY5" fmla="*/ 1780405 h 1812472"/>
              <a:gd name="connsiteX0" fmla="*/ 6329 w 2223184"/>
              <a:gd name="connsiteY0" fmla="*/ 1780405 h 1812472"/>
              <a:gd name="connsiteX1" fmla="*/ 1069849 w 2223184"/>
              <a:gd name="connsiteY1" fmla="*/ 18069 h 1812472"/>
              <a:gd name="connsiteX2" fmla="*/ 1654578 w 2223184"/>
              <a:gd name="connsiteY2" fmla="*/ 920296 h 1812472"/>
              <a:gd name="connsiteX3" fmla="*/ 2221316 w 2223184"/>
              <a:gd name="connsiteY3" fmla="*/ 1806122 h 1812472"/>
              <a:gd name="connsiteX4" fmla="*/ 9928 w 2223184"/>
              <a:gd name="connsiteY4" fmla="*/ 1812472 h 1812472"/>
              <a:gd name="connsiteX5" fmla="*/ 6329 w 2223184"/>
              <a:gd name="connsiteY5" fmla="*/ 1780405 h 1812472"/>
              <a:gd name="connsiteX0" fmla="*/ 6329 w 2223184"/>
              <a:gd name="connsiteY0" fmla="*/ 1763110 h 1795177"/>
              <a:gd name="connsiteX1" fmla="*/ 1069849 w 2223184"/>
              <a:gd name="connsiteY1" fmla="*/ 774 h 1795177"/>
              <a:gd name="connsiteX2" fmla="*/ 1654578 w 2223184"/>
              <a:gd name="connsiteY2" fmla="*/ 903001 h 1795177"/>
              <a:gd name="connsiteX3" fmla="*/ 2221316 w 2223184"/>
              <a:gd name="connsiteY3" fmla="*/ 1788827 h 1795177"/>
              <a:gd name="connsiteX4" fmla="*/ 9928 w 2223184"/>
              <a:gd name="connsiteY4" fmla="*/ 1795177 h 1795177"/>
              <a:gd name="connsiteX5" fmla="*/ 6329 w 2223184"/>
              <a:gd name="connsiteY5" fmla="*/ 1763110 h 1795177"/>
              <a:gd name="connsiteX0" fmla="*/ 6329 w 2223184"/>
              <a:gd name="connsiteY0" fmla="*/ 1759939 h 1792006"/>
              <a:gd name="connsiteX1" fmla="*/ 1082549 w 2223184"/>
              <a:gd name="connsiteY1" fmla="*/ 778 h 1792006"/>
              <a:gd name="connsiteX2" fmla="*/ 1654578 w 2223184"/>
              <a:gd name="connsiteY2" fmla="*/ 899830 h 1792006"/>
              <a:gd name="connsiteX3" fmla="*/ 2221316 w 2223184"/>
              <a:gd name="connsiteY3" fmla="*/ 1785656 h 1792006"/>
              <a:gd name="connsiteX4" fmla="*/ 9928 w 2223184"/>
              <a:gd name="connsiteY4" fmla="*/ 1792006 h 1792006"/>
              <a:gd name="connsiteX5" fmla="*/ 6329 w 2223184"/>
              <a:gd name="connsiteY5" fmla="*/ 1759939 h 1792006"/>
              <a:gd name="connsiteX0" fmla="*/ 6329 w 2223752"/>
              <a:gd name="connsiteY0" fmla="*/ 895066 h 927133"/>
              <a:gd name="connsiteX1" fmla="*/ 449928 w 2223752"/>
              <a:gd name="connsiteY1" fmla="*/ 179133 h 927133"/>
              <a:gd name="connsiteX2" fmla="*/ 1654578 w 2223752"/>
              <a:gd name="connsiteY2" fmla="*/ 34957 h 927133"/>
              <a:gd name="connsiteX3" fmla="*/ 2221316 w 2223752"/>
              <a:gd name="connsiteY3" fmla="*/ 920783 h 927133"/>
              <a:gd name="connsiteX4" fmla="*/ 9928 w 2223752"/>
              <a:gd name="connsiteY4" fmla="*/ 927133 h 927133"/>
              <a:gd name="connsiteX5" fmla="*/ 6329 w 2223752"/>
              <a:gd name="connsiteY5" fmla="*/ 895066 h 927133"/>
              <a:gd name="connsiteX0" fmla="*/ 6329 w 2223898"/>
              <a:gd name="connsiteY0" fmla="*/ 719578 h 751645"/>
              <a:gd name="connsiteX1" fmla="*/ 449928 w 2223898"/>
              <a:gd name="connsiteY1" fmla="*/ 3645 h 751645"/>
              <a:gd name="connsiteX2" fmla="*/ 1673676 w 2223898"/>
              <a:gd name="connsiteY2" fmla="*/ 217557 h 751645"/>
              <a:gd name="connsiteX3" fmla="*/ 2221316 w 2223898"/>
              <a:gd name="connsiteY3" fmla="*/ 745295 h 751645"/>
              <a:gd name="connsiteX4" fmla="*/ 9928 w 2223898"/>
              <a:gd name="connsiteY4" fmla="*/ 751645 h 751645"/>
              <a:gd name="connsiteX5" fmla="*/ 6329 w 2223898"/>
              <a:gd name="connsiteY5" fmla="*/ 719578 h 751645"/>
              <a:gd name="connsiteX0" fmla="*/ 6329 w 2224352"/>
              <a:gd name="connsiteY0" fmla="*/ 757776 h 789843"/>
              <a:gd name="connsiteX1" fmla="*/ 449928 w 2224352"/>
              <a:gd name="connsiteY1" fmla="*/ 41843 h 789843"/>
              <a:gd name="connsiteX2" fmla="*/ 1721421 w 2224352"/>
              <a:gd name="connsiteY2" fmla="*/ 71936 h 789843"/>
              <a:gd name="connsiteX3" fmla="*/ 2221316 w 2224352"/>
              <a:gd name="connsiteY3" fmla="*/ 783493 h 789843"/>
              <a:gd name="connsiteX4" fmla="*/ 9928 w 2224352"/>
              <a:gd name="connsiteY4" fmla="*/ 789843 h 789843"/>
              <a:gd name="connsiteX5" fmla="*/ 6329 w 2224352"/>
              <a:gd name="connsiteY5" fmla="*/ 757776 h 789843"/>
              <a:gd name="connsiteX0" fmla="*/ 6329 w 2222973"/>
              <a:gd name="connsiteY0" fmla="*/ 746262 h 778329"/>
              <a:gd name="connsiteX1" fmla="*/ 449928 w 2222973"/>
              <a:gd name="connsiteY1" fmla="*/ 30329 h 778329"/>
              <a:gd name="connsiteX2" fmla="*/ 1721421 w 2222973"/>
              <a:gd name="connsiteY2" fmla="*/ 60422 h 778329"/>
              <a:gd name="connsiteX3" fmla="*/ 2221316 w 2222973"/>
              <a:gd name="connsiteY3" fmla="*/ 771979 h 778329"/>
              <a:gd name="connsiteX4" fmla="*/ 9928 w 2222973"/>
              <a:gd name="connsiteY4" fmla="*/ 778329 h 778329"/>
              <a:gd name="connsiteX5" fmla="*/ 6329 w 2222973"/>
              <a:gd name="connsiteY5" fmla="*/ 746262 h 778329"/>
              <a:gd name="connsiteX0" fmla="*/ 6329 w 2222965"/>
              <a:gd name="connsiteY0" fmla="*/ 768416 h 800483"/>
              <a:gd name="connsiteX1" fmla="*/ 449928 w 2222965"/>
              <a:gd name="connsiteY1" fmla="*/ 52483 h 800483"/>
              <a:gd name="connsiteX2" fmla="*/ 1719034 w 2222965"/>
              <a:gd name="connsiteY2" fmla="*/ 46767 h 800483"/>
              <a:gd name="connsiteX3" fmla="*/ 2221316 w 2222965"/>
              <a:gd name="connsiteY3" fmla="*/ 794133 h 800483"/>
              <a:gd name="connsiteX4" fmla="*/ 9928 w 2222965"/>
              <a:gd name="connsiteY4" fmla="*/ 800483 h 800483"/>
              <a:gd name="connsiteX5" fmla="*/ 6329 w 2222965"/>
              <a:gd name="connsiteY5" fmla="*/ 768416 h 80048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25210 h 757277"/>
              <a:gd name="connsiteX1" fmla="*/ 449928 w 2222794"/>
              <a:gd name="connsiteY1" fmla="*/ 9277 h 757277"/>
              <a:gd name="connsiteX2" fmla="*/ 1719034 w 2222794"/>
              <a:gd name="connsiteY2" fmla="*/ 3561 h 757277"/>
              <a:gd name="connsiteX3" fmla="*/ 2221316 w 2222794"/>
              <a:gd name="connsiteY3" fmla="*/ 750927 h 757277"/>
              <a:gd name="connsiteX4" fmla="*/ 9928 w 2222794"/>
              <a:gd name="connsiteY4" fmla="*/ 757277 h 757277"/>
              <a:gd name="connsiteX5" fmla="*/ 6329 w 2222794"/>
              <a:gd name="connsiteY5" fmla="*/ 725210 h 757277"/>
              <a:gd name="connsiteX0" fmla="*/ 6329 w 2224321"/>
              <a:gd name="connsiteY0" fmla="*/ 776876 h 808943"/>
              <a:gd name="connsiteX1" fmla="*/ 452315 w 2224321"/>
              <a:gd name="connsiteY1" fmla="*/ 53782 h 808943"/>
              <a:gd name="connsiteX2" fmla="*/ 1719034 w 2224321"/>
              <a:gd name="connsiteY2" fmla="*/ 55227 h 808943"/>
              <a:gd name="connsiteX3" fmla="*/ 2221316 w 2224321"/>
              <a:gd name="connsiteY3" fmla="*/ 802593 h 808943"/>
              <a:gd name="connsiteX4" fmla="*/ 9928 w 2224321"/>
              <a:gd name="connsiteY4" fmla="*/ 808943 h 808943"/>
              <a:gd name="connsiteX5" fmla="*/ 6329 w 2224321"/>
              <a:gd name="connsiteY5" fmla="*/ 776876 h 808943"/>
              <a:gd name="connsiteX0" fmla="*/ 6329 w 2222799"/>
              <a:gd name="connsiteY0" fmla="*/ 729135 h 761202"/>
              <a:gd name="connsiteX1" fmla="*/ 452315 w 2222799"/>
              <a:gd name="connsiteY1" fmla="*/ 6041 h 761202"/>
              <a:gd name="connsiteX2" fmla="*/ 1719034 w 2222799"/>
              <a:gd name="connsiteY2" fmla="*/ 7486 h 761202"/>
              <a:gd name="connsiteX3" fmla="*/ 2221316 w 2222799"/>
              <a:gd name="connsiteY3" fmla="*/ 754852 h 761202"/>
              <a:gd name="connsiteX4" fmla="*/ 9928 w 2222799"/>
              <a:gd name="connsiteY4" fmla="*/ 761202 h 761202"/>
              <a:gd name="connsiteX5" fmla="*/ 6329 w 2222799"/>
              <a:gd name="connsiteY5" fmla="*/ 729135 h 761202"/>
              <a:gd name="connsiteX0" fmla="*/ 17733 w 2234203"/>
              <a:gd name="connsiteY0" fmla="*/ 729135 h 761202"/>
              <a:gd name="connsiteX1" fmla="*/ 463719 w 2234203"/>
              <a:gd name="connsiteY1" fmla="*/ 6041 h 761202"/>
              <a:gd name="connsiteX2" fmla="*/ 1730438 w 2234203"/>
              <a:gd name="connsiteY2" fmla="*/ 7486 h 761202"/>
              <a:gd name="connsiteX3" fmla="*/ 2232720 w 2234203"/>
              <a:gd name="connsiteY3" fmla="*/ 754852 h 761202"/>
              <a:gd name="connsiteX4" fmla="*/ 7008 w 2234203"/>
              <a:gd name="connsiteY4" fmla="*/ 761202 h 761202"/>
              <a:gd name="connsiteX5" fmla="*/ 17733 w 2234203"/>
              <a:gd name="connsiteY5" fmla="*/ 729135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556 w 2229242"/>
              <a:gd name="connsiteY0" fmla="*/ 478474 h 761202"/>
              <a:gd name="connsiteX1" fmla="*/ 458758 w 2229242"/>
              <a:gd name="connsiteY1" fmla="*/ 6041 h 761202"/>
              <a:gd name="connsiteX2" fmla="*/ 1725477 w 2229242"/>
              <a:gd name="connsiteY2" fmla="*/ 7486 h 761202"/>
              <a:gd name="connsiteX3" fmla="*/ 2227759 w 2229242"/>
              <a:gd name="connsiteY3" fmla="*/ 754852 h 761202"/>
              <a:gd name="connsiteX4" fmla="*/ 2047 w 2229242"/>
              <a:gd name="connsiteY4" fmla="*/ 761202 h 761202"/>
              <a:gd name="connsiteX5" fmla="*/ 165556 w 2229242"/>
              <a:gd name="connsiteY5" fmla="*/ 478474 h 761202"/>
              <a:gd name="connsiteX0" fmla="*/ 140965 w 2229601"/>
              <a:gd name="connsiteY0" fmla="*/ 531939 h 761202"/>
              <a:gd name="connsiteX1" fmla="*/ 459117 w 2229601"/>
              <a:gd name="connsiteY1" fmla="*/ 6041 h 761202"/>
              <a:gd name="connsiteX2" fmla="*/ 1725836 w 2229601"/>
              <a:gd name="connsiteY2" fmla="*/ 7486 h 761202"/>
              <a:gd name="connsiteX3" fmla="*/ 2228118 w 2229601"/>
              <a:gd name="connsiteY3" fmla="*/ 754852 h 761202"/>
              <a:gd name="connsiteX4" fmla="*/ 2406 w 2229601"/>
              <a:gd name="connsiteY4" fmla="*/ 761202 h 761202"/>
              <a:gd name="connsiteX5" fmla="*/ 140965 w 2229601"/>
              <a:gd name="connsiteY5" fmla="*/ 531939 h 761202"/>
              <a:gd name="connsiteX0" fmla="*/ 140965 w 2229601"/>
              <a:gd name="connsiteY0" fmla="*/ 531939 h 761202"/>
              <a:gd name="connsiteX1" fmla="*/ 459117 w 2229601"/>
              <a:gd name="connsiteY1" fmla="*/ 6041 h 761202"/>
              <a:gd name="connsiteX2" fmla="*/ 1725836 w 2229601"/>
              <a:gd name="connsiteY2" fmla="*/ 7486 h 761202"/>
              <a:gd name="connsiteX3" fmla="*/ 2228118 w 2229601"/>
              <a:gd name="connsiteY3" fmla="*/ 754852 h 761202"/>
              <a:gd name="connsiteX4" fmla="*/ 2406 w 2229601"/>
              <a:gd name="connsiteY4" fmla="*/ 761202 h 761202"/>
              <a:gd name="connsiteX5" fmla="*/ 140965 w 2229601"/>
              <a:gd name="connsiteY5" fmla="*/ 531939 h 761202"/>
              <a:gd name="connsiteX0" fmla="*/ 140937 w 2229573"/>
              <a:gd name="connsiteY0" fmla="*/ 531939 h 761202"/>
              <a:gd name="connsiteX1" fmla="*/ 459089 w 2229573"/>
              <a:gd name="connsiteY1" fmla="*/ 6041 h 761202"/>
              <a:gd name="connsiteX2" fmla="*/ 1725808 w 2229573"/>
              <a:gd name="connsiteY2" fmla="*/ 7486 h 761202"/>
              <a:gd name="connsiteX3" fmla="*/ 2228090 w 2229573"/>
              <a:gd name="connsiteY3" fmla="*/ 754852 h 761202"/>
              <a:gd name="connsiteX4" fmla="*/ 2378 w 2229573"/>
              <a:gd name="connsiteY4" fmla="*/ 761202 h 761202"/>
              <a:gd name="connsiteX5" fmla="*/ 140937 w 2229573"/>
              <a:gd name="connsiteY5" fmla="*/ 531939 h 761202"/>
              <a:gd name="connsiteX0" fmla="*/ 140937 w 2229573"/>
              <a:gd name="connsiteY0" fmla="*/ 515900 h 761202"/>
              <a:gd name="connsiteX1" fmla="*/ 459089 w 2229573"/>
              <a:gd name="connsiteY1" fmla="*/ 6041 h 761202"/>
              <a:gd name="connsiteX2" fmla="*/ 1725808 w 2229573"/>
              <a:gd name="connsiteY2" fmla="*/ 7486 h 761202"/>
              <a:gd name="connsiteX3" fmla="*/ 2228090 w 2229573"/>
              <a:gd name="connsiteY3" fmla="*/ 754852 h 761202"/>
              <a:gd name="connsiteX4" fmla="*/ 2378 w 2229573"/>
              <a:gd name="connsiteY4" fmla="*/ 761202 h 761202"/>
              <a:gd name="connsiteX5" fmla="*/ 140937 w 2229573"/>
              <a:gd name="connsiteY5" fmla="*/ 515900 h 761202"/>
              <a:gd name="connsiteX0" fmla="*/ 140937 w 2229573"/>
              <a:gd name="connsiteY0" fmla="*/ 515900 h 761202"/>
              <a:gd name="connsiteX1" fmla="*/ 459089 w 2229573"/>
              <a:gd name="connsiteY1" fmla="*/ 6041 h 761202"/>
              <a:gd name="connsiteX2" fmla="*/ 1725808 w 2229573"/>
              <a:gd name="connsiteY2" fmla="*/ 7486 h 761202"/>
              <a:gd name="connsiteX3" fmla="*/ 2228090 w 2229573"/>
              <a:gd name="connsiteY3" fmla="*/ 754852 h 761202"/>
              <a:gd name="connsiteX4" fmla="*/ 2378 w 2229573"/>
              <a:gd name="connsiteY4" fmla="*/ 761202 h 761202"/>
              <a:gd name="connsiteX5" fmla="*/ 140937 w 2229573"/>
              <a:gd name="connsiteY5" fmla="*/ 515900 h 761202"/>
              <a:gd name="connsiteX0" fmla="*/ 144443 w 2229515"/>
              <a:gd name="connsiteY0" fmla="*/ 512336 h 761202"/>
              <a:gd name="connsiteX1" fmla="*/ 459031 w 2229515"/>
              <a:gd name="connsiteY1" fmla="*/ 6041 h 761202"/>
              <a:gd name="connsiteX2" fmla="*/ 1725750 w 2229515"/>
              <a:gd name="connsiteY2" fmla="*/ 7486 h 761202"/>
              <a:gd name="connsiteX3" fmla="*/ 2228032 w 2229515"/>
              <a:gd name="connsiteY3" fmla="*/ 754852 h 761202"/>
              <a:gd name="connsiteX4" fmla="*/ 2320 w 2229515"/>
              <a:gd name="connsiteY4" fmla="*/ 761202 h 761202"/>
              <a:gd name="connsiteX5" fmla="*/ 144443 w 2229515"/>
              <a:gd name="connsiteY5" fmla="*/ 512336 h 761202"/>
              <a:gd name="connsiteX0" fmla="*/ 153221 w 2238293"/>
              <a:gd name="connsiteY0" fmla="*/ 512336 h 761202"/>
              <a:gd name="connsiteX1" fmla="*/ 467809 w 2238293"/>
              <a:gd name="connsiteY1" fmla="*/ 6041 h 761202"/>
              <a:gd name="connsiteX2" fmla="*/ 1734528 w 2238293"/>
              <a:gd name="connsiteY2" fmla="*/ 7486 h 761202"/>
              <a:gd name="connsiteX3" fmla="*/ 2236810 w 2238293"/>
              <a:gd name="connsiteY3" fmla="*/ 754852 h 761202"/>
              <a:gd name="connsiteX4" fmla="*/ 2187 w 2238293"/>
              <a:gd name="connsiteY4" fmla="*/ 761202 h 761202"/>
              <a:gd name="connsiteX5" fmla="*/ 153221 w 2238293"/>
              <a:gd name="connsiteY5" fmla="*/ 512336 h 761202"/>
              <a:gd name="connsiteX0" fmla="*/ 151052 w 2236124"/>
              <a:gd name="connsiteY0" fmla="*/ 512336 h 761202"/>
              <a:gd name="connsiteX1" fmla="*/ 465640 w 2236124"/>
              <a:gd name="connsiteY1" fmla="*/ 6041 h 761202"/>
              <a:gd name="connsiteX2" fmla="*/ 1732359 w 2236124"/>
              <a:gd name="connsiteY2" fmla="*/ 7486 h 761202"/>
              <a:gd name="connsiteX3" fmla="*/ 2234641 w 2236124"/>
              <a:gd name="connsiteY3" fmla="*/ 754852 h 761202"/>
              <a:gd name="connsiteX4" fmla="*/ 18 w 2236124"/>
              <a:gd name="connsiteY4" fmla="*/ 761202 h 761202"/>
              <a:gd name="connsiteX5" fmla="*/ 151052 w 2236124"/>
              <a:gd name="connsiteY5" fmla="*/ 512336 h 761202"/>
              <a:gd name="connsiteX0" fmla="*/ 151052 w 2234641"/>
              <a:gd name="connsiteY0" fmla="*/ 512336 h 761202"/>
              <a:gd name="connsiteX1" fmla="*/ 465640 w 2234641"/>
              <a:gd name="connsiteY1" fmla="*/ 6041 h 761202"/>
              <a:gd name="connsiteX2" fmla="*/ 1732359 w 2234641"/>
              <a:gd name="connsiteY2" fmla="*/ 7486 h 761202"/>
              <a:gd name="connsiteX3" fmla="*/ 2234641 w 2234641"/>
              <a:gd name="connsiteY3" fmla="*/ 754852 h 761202"/>
              <a:gd name="connsiteX4" fmla="*/ 18 w 2234641"/>
              <a:gd name="connsiteY4" fmla="*/ 761202 h 761202"/>
              <a:gd name="connsiteX5" fmla="*/ 151052 w 2234641"/>
              <a:gd name="connsiteY5" fmla="*/ 512336 h 76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4641" h="761202">
                <a:moveTo>
                  <a:pt x="151052" y="512336"/>
                </a:moveTo>
                <a:cubicBezTo>
                  <a:pt x="220763" y="405156"/>
                  <a:pt x="445357" y="31321"/>
                  <a:pt x="465640" y="6041"/>
                </a:cubicBezTo>
                <a:cubicBezTo>
                  <a:pt x="468014" y="8811"/>
                  <a:pt x="1719222" y="-9890"/>
                  <a:pt x="1732359" y="7486"/>
                </a:cubicBezTo>
                <a:cubicBezTo>
                  <a:pt x="1745496" y="24862"/>
                  <a:pt x="2234066" y="763727"/>
                  <a:pt x="2234641" y="754852"/>
                </a:cubicBezTo>
                <a:lnTo>
                  <a:pt x="18" y="761202"/>
                </a:lnTo>
                <a:cubicBezTo>
                  <a:pt x="-1686" y="760038"/>
                  <a:pt x="119283" y="569405"/>
                  <a:pt x="151052" y="512336"/>
                </a:cubicBezTo>
                <a:close/>
              </a:path>
            </a:pathLst>
          </a:custGeom>
          <a:solidFill>
            <a:schemeClr val="accent2"/>
          </a:solidFill>
          <a:ln w="38100">
            <a:solidFill>
              <a:schemeClr val="bg1"/>
            </a:solidFill>
          </a:ln>
        </p:spPr>
        <p:txBody>
          <a:bodyPr lIns="144000" rIns="144000" anchor="ctr"/>
          <a:lstStyle>
            <a:lvl1pPr marL="0" indent="0" algn="ctr">
              <a:lnSpc>
                <a:spcPct val="90000"/>
              </a:lnSpc>
              <a:spcBef>
                <a:spcPts val="0"/>
              </a:spcBef>
              <a:buNone/>
              <a:defRPr spc="-40" baseline="0">
                <a:solidFill>
                  <a:schemeClr val="bg1"/>
                </a:solidFill>
              </a:defRPr>
            </a:lvl1pPr>
          </a:lstStyle>
          <a:p>
            <a:pPr lvl="0"/>
            <a:r>
              <a:rPr lang="en-GB" dirty="0"/>
              <a:t>Insert</a:t>
            </a:r>
            <a:br>
              <a:rPr lang="en-GB" dirty="0"/>
            </a:br>
            <a:r>
              <a:rPr lang="en-GB" dirty="0"/>
              <a:t>text</a:t>
            </a:r>
            <a:endParaRPr lang="en-FI" dirty="0"/>
          </a:p>
        </p:txBody>
      </p:sp>
      <p:sp>
        <p:nvSpPr>
          <p:cNvPr id="4" name="Text Placeholder 3">
            <a:extLst>
              <a:ext uri="{FF2B5EF4-FFF2-40B4-BE49-F238E27FC236}">
                <a16:creationId xmlns:a16="http://schemas.microsoft.com/office/drawing/2014/main" id="{1587DA75-DCD6-6B25-8C95-696A515581ED}"/>
              </a:ext>
            </a:extLst>
          </p:cNvPr>
          <p:cNvSpPr>
            <a:spLocks noGrp="1"/>
          </p:cNvSpPr>
          <p:nvPr>
            <p:ph type="body" sz="quarter" idx="40" hasCustomPrompt="1"/>
          </p:nvPr>
        </p:nvSpPr>
        <p:spPr>
          <a:xfrm>
            <a:off x="695324" y="2340687"/>
            <a:ext cx="6946725" cy="1187726"/>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533045"/>
              <a:gd name="connsiteY0" fmla="*/ 0 h 2359940"/>
              <a:gd name="connsiteX1" fmla="*/ 4472731 w 4533045"/>
              <a:gd name="connsiteY1" fmla="*/ 619 h 2359940"/>
              <a:gd name="connsiteX2" fmla="*/ 4532313 w 4533045"/>
              <a:gd name="connsiteY2" fmla="*/ 33742 h 2359940"/>
              <a:gd name="connsiteX3" fmla="*/ 4084742 w 4533045"/>
              <a:gd name="connsiteY3" fmla="*/ 2359940 h 2359940"/>
              <a:gd name="connsiteX4" fmla="*/ 2451603 w 4533045"/>
              <a:gd name="connsiteY4" fmla="*/ 2352415 h 2359940"/>
              <a:gd name="connsiteX5" fmla="*/ 35511 w 4533045"/>
              <a:gd name="connsiteY5" fmla="*/ 2344738 h 2359940"/>
              <a:gd name="connsiteX6" fmla="*/ 14602 w 4533045"/>
              <a:gd name="connsiteY6" fmla="*/ 1881244 h 2359940"/>
              <a:gd name="connsiteX7" fmla="*/ 0 w 4533045"/>
              <a:gd name="connsiteY7" fmla="*/ 0 h 2359940"/>
              <a:gd name="connsiteX0" fmla="*/ 0 w 4533045"/>
              <a:gd name="connsiteY0" fmla="*/ 0 h 2359940"/>
              <a:gd name="connsiteX1" fmla="*/ 4472731 w 4533045"/>
              <a:gd name="connsiteY1" fmla="*/ 619 h 2359940"/>
              <a:gd name="connsiteX2" fmla="*/ 4532313 w 4533045"/>
              <a:gd name="connsiteY2" fmla="*/ 33742 h 2359940"/>
              <a:gd name="connsiteX3" fmla="*/ 4084742 w 4533045"/>
              <a:gd name="connsiteY3" fmla="*/ 2359940 h 2359940"/>
              <a:gd name="connsiteX4" fmla="*/ 2451603 w 4533045"/>
              <a:gd name="connsiteY4" fmla="*/ 2352415 h 2359940"/>
              <a:gd name="connsiteX5" fmla="*/ 35511 w 4533045"/>
              <a:gd name="connsiteY5" fmla="*/ 2344738 h 2359940"/>
              <a:gd name="connsiteX6" fmla="*/ 14602 w 4533045"/>
              <a:gd name="connsiteY6" fmla="*/ 1881244 h 2359940"/>
              <a:gd name="connsiteX7" fmla="*/ 0 w 4533045"/>
              <a:gd name="connsiteY7" fmla="*/ 0 h 2359940"/>
              <a:gd name="connsiteX0" fmla="*/ 0 w 4533045"/>
              <a:gd name="connsiteY0" fmla="*/ 0 h 2359940"/>
              <a:gd name="connsiteX1" fmla="*/ 4472731 w 4533045"/>
              <a:gd name="connsiteY1" fmla="*/ 619 h 2359940"/>
              <a:gd name="connsiteX2" fmla="*/ 4532313 w 4533045"/>
              <a:gd name="connsiteY2" fmla="*/ 33742 h 2359940"/>
              <a:gd name="connsiteX3" fmla="*/ 4084742 w 4533045"/>
              <a:gd name="connsiteY3" fmla="*/ 2359940 h 2359940"/>
              <a:gd name="connsiteX4" fmla="*/ 2451603 w 4533045"/>
              <a:gd name="connsiteY4" fmla="*/ 2352415 h 2359940"/>
              <a:gd name="connsiteX5" fmla="*/ 35511 w 4533045"/>
              <a:gd name="connsiteY5" fmla="*/ 2344738 h 2359940"/>
              <a:gd name="connsiteX6" fmla="*/ 14602 w 4533045"/>
              <a:gd name="connsiteY6" fmla="*/ 1881244 h 2359940"/>
              <a:gd name="connsiteX7" fmla="*/ 0 w 4533045"/>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35511 w 4547391"/>
              <a:gd name="connsiteY5" fmla="*/ 2344738 h 2359940"/>
              <a:gd name="connsiteX6" fmla="*/ 14602 w 4547391"/>
              <a:gd name="connsiteY6" fmla="*/ 1881244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14602 w 4547391"/>
              <a:gd name="connsiteY6" fmla="*/ 1881244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58708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58708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1533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3842755 w 4547391"/>
              <a:gd name="connsiteY3" fmla="*/ 2359940 h 2359940"/>
              <a:gd name="connsiteX4" fmla="*/ 2451603 w 4547391"/>
              <a:gd name="connsiteY4" fmla="*/ 2352415 h 2359940"/>
              <a:gd name="connsiteX5" fmla="*/ 11533 w 4547391"/>
              <a:gd name="connsiteY5" fmla="*/ 2352882 h 2359940"/>
              <a:gd name="connsiteX6" fmla="*/ 3946 w 4547391"/>
              <a:gd name="connsiteY6" fmla="*/ 1083139 h 2359940"/>
              <a:gd name="connsiteX7" fmla="*/ 0 w 4547391"/>
              <a:gd name="connsiteY7" fmla="*/ 0 h 2359940"/>
              <a:gd name="connsiteX0" fmla="*/ 0 w 4546939"/>
              <a:gd name="connsiteY0" fmla="*/ 16590 h 2376530"/>
              <a:gd name="connsiteX1" fmla="*/ 4225484 w 4546939"/>
              <a:gd name="connsiteY1" fmla="*/ 0 h 2376530"/>
              <a:gd name="connsiteX2" fmla="*/ 4546818 w 4546939"/>
              <a:gd name="connsiteY2" fmla="*/ 43997 h 2376530"/>
              <a:gd name="connsiteX3" fmla="*/ 3842755 w 4546939"/>
              <a:gd name="connsiteY3" fmla="*/ 2376530 h 2376530"/>
              <a:gd name="connsiteX4" fmla="*/ 2451603 w 4546939"/>
              <a:gd name="connsiteY4" fmla="*/ 2369005 h 2376530"/>
              <a:gd name="connsiteX5" fmla="*/ 11533 w 4546939"/>
              <a:gd name="connsiteY5" fmla="*/ 2369472 h 2376530"/>
              <a:gd name="connsiteX6" fmla="*/ 3946 w 4546939"/>
              <a:gd name="connsiteY6" fmla="*/ 1099729 h 2376530"/>
              <a:gd name="connsiteX7" fmla="*/ 0 w 4546939"/>
              <a:gd name="connsiteY7" fmla="*/ 16590 h 2376530"/>
              <a:gd name="connsiteX0" fmla="*/ 0 w 4236272"/>
              <a:gd name="connsiteY0" fmla="*/ 16590 h 2376530"/>
              <a:gd name="connsiteX1" fmla="*/ 4225484 w 4236272"/>
              <a:gd name="connsiteY1" fmla="*/ 0 h 2376530"/>
              <a:gd name="connsiteX2" fmla="*/ 4225922 w 4236272"/>
              <a:gd name="connsiteY2" fmla="*/ 43998 h 2376530"/>
              <a:gd name="connsiteX3" fmla="*/ 3842755 w 4236272"/>
              <a:gd name="connsiteY3" fmla="*/ 2376530 h 2376530"/>
              <a:gd name="connsiteX4" fmla="*/ 2451603 w 4236272"/>
              <a:gd name="connsiteY4" fmla="*/ 2369005 h 2376530"/>
              <a:gd name="connsiteX5" fmla="*/ 11533 w 4236272"/>
              <a:gd name="connsiteY5" fmla="*/ 2369472 h 2376530"/>
              <a:gd name="connsiteX6" fmla="*/ 3946 w 4236272"/>
              <a:gd name="connsiteY6" fmla="*/ 1099729 h 2376530"/>
              <a:gd name="connsiteX7" fmla="*/ 0 w 4236272"/>
              <a:gd name="connsiteY7" fmla="*/ 16590 h 2376530"/>
              <a:gd name="connsiteX0" fmla="*/ 0 w 4236272"/>
              <a:gd name="connsiteY0" fmla="*/ 16590 h 2369522"/>
              <a:gd name="connsiteX1" fmla="*/ 4225484 w 4236272"/>
              <a:gd name="connsiteY1" fmla="*/ 0 h 2369522"/>
              <a:gd name="connsiteX2" fmla="*/ 4225922 w 4236272"/>
              <a:gd name="connsiteY2" fmla="*/ 43998 h 2369522"/>
              <a:gd name="connsiteX3" fmla="*/ 3832234 w 4236272"/>
              <a:gd name="connsiteY3" fmla="*/ 2342110 h 2369522"/>
              <a:gd name="connsiteX4" fmla="*/ 2451603 w 4236272"/>
              <a:gd name="connsiteY4" fmla="*/ 2369005 h 2369522"/>
              <a:gd name="connsiteX5" fmla="*/ 11533 w 4236272"/>
              <a:gd name="connsiteY5" fmla="*/ 2369472 h 2369522"/>
              <a:gd name="connsiteX6" fmla="*/ 3946 w 4236272"/>
              <a:gd name="connsiteY6" fmla="*/ 1099729 h 2369522"/>
              <a:gd name="connsiteX7" fmla="*/ 0 w 4236272"/>
              <a:gd name="connsiteY7" fmla="*/ 16590 h 236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6272" h="2369522">
                <a:moveTo>
                  <a:pt x="0" y="16590"/>
                </a:moveTo>
                <a:lnTo>
                  <a:pt x="4225484" y="0"/>
                </a:lnTo>
                <a:cubicBezTo>
                  <a:pt x="4245345" y="11041"/>
                  <a:pt x="4233055" y="-4159"/>
                  <a:pt x="4225922" y="43998"/>
                </a:cubicBezTo>
                <a:cubicBezTo>
                  <a:pt x="4083481" y="749929"/>
                  <a:pt x="4011263" y="1419758"/>
                  <a:pt x="3832234" y="2342110"/>
                </a:cubicBezTo>
                <a:lnTo>
                  <a:pt x="2451603" y="2369005"/>
                </a:lnTo>
                <a:lnTo>
                  <a:pt x="11533" y="2369472"/>
                </a:lnTo>
                <a:cubicBezTo>
                  <a:pt x="959" y="2376418"/>
                  <a:pt x="1208" y="1661400"/>
                  <a:pt x="3946" y="1099729"/>
                </a:cubicBezTo>
                <a:cubicBezTo>
                  <a:pt x="738" y="591704"/>
                  <a:pt x="9" y="424328"/>
                  <a:pt x="0" y="16590"/>
                </a:cubicBezTo>
                <a:close/>
              </a:path>
            </a:pathLst>
          </a:custGeom>
          <a:solidFill>
            <a:srgbClr val="D3E3E5"/>
          </a:solidFill>
        </p:spPr>
        <p:txBody>
          <a:bodyPr lIns="144000" tIns="144000"/>
          <a:lstStyle>
            <a:lvl1pPr marL="0" indent="0">
              <a:buFont typeface="Arial" panose="020B0604020202020204" pitchFamily="34" charset="0"/>
              <a:buNone/>
              <a:defRPr>
                <a:solidFill>
                  <a:schemeClr val="tx1"/>
                </a:solidFill>
              </a:defRPr>
            </a:lvl1pPr>
            <a:lvl2pPr marL="184150" indent="-171450">
              <a:buFont typeface="Arial" panose="020B0604020202020204" pitchFamily="34" charset="0"/>
              <a:buChar char="•"/>
              <a:tabLst/>
              <a:defRPr sz="1400">
                <a:solidFill>
                  <a:schemeClr val="tx1"/>
                </a:solidFill>
              </a:defRPr>
            </a:lvl2pPr>
          </a:lstStyle>
          <a:p>
            <a:pPr lvl="0"/>
            <a:r>
              <a:rPr lang="en-GB" dirty="0"/>
              <a:t>Explanation to pyramid top</a:t>
            </a:r>
          </a:p>
          <a:p>
            <a:pPr lvl="1"/>
            <a:r>
              <a:rPr lang="en-GB" dirty="0"/>
              <a:t>List style</a:t>
            </a:r>
          </a:p>
        </p:txBody>
      </p:sp>
      <p:sp>
        <p:nvSpPr>
          <p:cNvPr id="23" name="Text Placeholder 22">
            <a:extLst>
              <a:ext uri="{FF2B5EF4-FFF2-40B4-BE49-F238E27FC236}">
                <a16:creationId xmlns:a16="http://schemas.microsoft.com/office/drawing/2014/main" id="{77D46E80-AA77-6419-B03E-3D77520594B2}"/>
              </a:ext>
            </a:extLst>
          </p:cNvPr>
          <p:cNvSpPr>
            <a:spLocks noGrp="1"/>
          </p:cNvSpPr>
          <p:nvPr>
            <p:ph type="body" sz="quarter" idx="43" hasCustomPrompt="1"/>
          </p:nvPr>
        </p:nvSpPr>
        <p:spPr>
          <a:xfrm>
            <a:off x="6980359" y="1802450"/>
            <a:ext cx="2221284" cy="1791988"/>
          </a:xfrm>
          <a:custGeom>
            <a:avLst/>
            <a:gdLst>
              <a:gd name="connsiteX0" fmla="*/ 0 w 2208213"/>
              <a:gd name="connsiteY0" fmla="*/ 0 h 1550987"/>
              <a:gd name="connsiteX1" fmla="*/ 2208213 w 2208213"/>
              <a:gd name="connsiteY1" fmla="*/ 0 h 1550987"/>
              <a:gd name="connsiteX2" fmla="*/ 2208213 w 2208213"/>
              <a:gd name="connsiteY2" fmla="*/ 1550987 h 1550987"/>
              <a:gd name="connsiteX3" fmla="*/ 0 w 2208213"/>
              <a:gd name="connsiteY3" fmla="*/ 1550987 h 1550987"/>
              <a:gd name="connsiteX4" fmla="*/ 0 w 2208213"/>
              <a:gd name="connsiteY4" fmla="*/ 0 h 1550987"/>
              <a:gd name="connsiteX0" fmla="*/ 0 w 2214987"/>
              <a:gd name="connsiteY0" fmla="*/ 1442720 h 1550987"/>
              <a:gd name="connsiteX1" fmla="*/ 2214987 w 2214987"/>
              <a:gd name="connsiteY1" fmla="*/ 0 h 1550987"/>
              <a:gd name="connsiteX2" fmla="*/ 2214987 w 2214987"/>
              <a:gd name="connsiteY2" fmla="*/ 1550987 h 1550987"/>
              <a:gd name="connsiteX3" fmla="*/ 6774 w 2214987"/>
              <a:gd name="connsiteY3" fmla="*/ 1550987 h 1550987"/>
              <a:gd name="connsiteX4" fmla="*/ 0 w 2214987"/>
              <a:gd name="connsiteY4" fmla="*/ 1442720 h 1550987"/>
              <a:gd name="connsiteX0" fmla="*/ 0 w 2214987"/>
              <a:gd name="connsiteY0" fmla="*/ 0 h 108267"/>
              <a:gd name="connsiteX1" fmla="*/ 1117707 w 2214987"/>
              <a:gd name="connsiteY1" fmla="*/ 6774 h 108267"/>
              <a:gd name="connsiteX2" fmla="*/ 2214987 w 2214987"/>
              <a:gd name="connsiteY2" fmla="*/ 108267 h 108267"/>
              <a:gd name="connsiteX3" fmla="*/ 6774 w 2214987"/>
              <a:gd name="connsiteY3" fmla="*/ 108267 h 108267"/>
              <a:gd name="connsiteX4" fmla="*/ 0 w 2214987"/>
              <a:gd name="connsiteY4" fmla="*/ 0 h 108267"/>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4165 w 2219152"/>
              <a:gd name="connsiteY0" fmla="*/ 1679786 h 1788053"/>
              <a:gd name="connsiteX1" fmla="*/ 1067685 w 2219152"/>
              <a:gd name="connsiteY1" fmla="*/ 0 h 1788053"/>
              <a:gd name="connsiteX2" fmla="*/ 2219152 w 2219152"/>
              <a:gd name="connsiteY2" fmla="*/ 1788053 h 1788053"/>
              <a:gd name="connsiteX3" fmla="*/ 10939 w 2219152"/>
              <a:gd name="connsiteY3" fmla="*/ 1788053 h 1788053"/>
              <a:gd name="connsiteX4" fmla="*/ 4165 w 2219152"/>
              <a:gd name="connsiteY4" fmla="*/ 1679786 h 1788053"/>
              <a:gd name="connsiteX0" fmla="*/ 8666 w 2217303"/>
              <a:gd name="connsiteY0" fmla="*/ 1743286 h 1788053"/>
              <a:gd name="connsiteX1" fmla="*/ 1065836 w 2217303"/>
              <a:gd name="connsiteY1" fmla="*/ 0 h 1788053"/>
              <a:gd name="connsiteX2" fmla="*/ 2217303 w 2217303"/>
              <a:gd name="connsiteY2" fmla="*/ 1788053 h 1788053"/>
              <a:gd name="connsiteX3" fmla="*/ 9090 w 2217303"/>
              <a:gd name="connsiteY3" fmla="*/ 1788053 h 1788053"/>
              <a:gd name="connsiteX4" fmla="*/ 8666 w 2217303"/>
              <a:gd name="connsiteY4" fmla="*/ 1743286 h 1788053"/>
              <a:gd name="connsiteX0" fmla="*/ 8666 w 2217367"/>
              <a:gd name="connsiteY0" fmla="*/ 1743286 h 1788053"/>
              <a:gd name="connsiteX1" fmla="*/ 1065836 w 2217367"/>
              <a:gd name="connsiteY1" fmla="*/ 0 h 1788053"/>
              <a:gd name="connsiteX2" fmla="*/ 2217303 w 2217367"/>
              <a:gd name="connsiteY2" fmla="*/ 1788053 h 1788053"/>
              <a:gd name="connsiteX3" fmla="*/ 9090 w 2217367"/>
              <a:gd name="connsiteY3" fmla="*/ 1788053 h 1788053"/>
              <a:gd name="connsiteX4" fmla="*/ 8666 w 2217367"/>
              <a:gd name="connsiteY4" fmla="*/ 1743286 h 1788053"/>
              <a:gd name="connsiteX0" fmla="*/ 8666 w 2217367"/>
              <a:gd name="connsiteY0" fmla="*/ 1743286 h 1792286"/>
              <a:gd name="connsiteX1" fmla="*/ 1065836 w 2217367"/>
              <a:gd name="connsiteY1" fmla="*/ 0 h 1792286"/>
              <a:gd name="connsiteX2" fmla="*/ 2217303 w 2217367"/>
              <a:gd name="connsiteY2" fmla="*/ 1788053 h 1792286"/>
              <a:gd name="connsiteX3" fmla="*/ 9090 w 2217367"/>
              <a:gd name="connsiteY3" fmla="*/ 1788053 h 1792286"/>
              <a:gd name="connsiteX4" fmla="*/ 8666 w 2217367"/>
              <a:gd name="connsiteY4" fmla="*/ 1743286 h 1792286"/>
              <a:gd name="connsiteX0" fmla="*/ 11131 w 2219832"/>
              <a:gd name="connsiteY0" fmla="*/ 1743286 h 1794403"/>
              <a:gd name="connsiteX1" fmla="*/ 1068301 w 2219832"/>
              <a:gd name="connsiteY1" fmla="*/ 0 h 1794403"/>
              <a:gd name="connsiteX2" fmla="*/ 2219768 w 2219832"/>
              <a:gd name="connsiteY2" fmla="*/ 1788053 h 1794403"/>
              <a:gd name="connsiteX3" fmla="*/ 8380 w 2219832"/>
              <a:gd name="connsiteY3" fmla="*/ 1794403 h 1794403"/>
              <a:gd name="connsiteX4" fmla="*/ 11131 w 2219832"/>
              <a:gd name="connsiteY4" fmla="*/ 174328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87863"/>
              <a:gd name="connsiteY0" fmla="*/ 1780405 h 1812472"/>
              <a:gd name="connsiteX1" fmla="*/ 1069849 w 2287863"/>
              <a:gd name="connsiteY1" fmla="*/ 18069 h 1812472"/>
              <a:gd name="connsiteX2" fmla="*/ 1654578 w 2287863"/>
              <a:gd name="connsiteY2" fmla="*/ 920296 h 1812472"/>
              <a:gd name="connsiteX3" fmla="*/ 2221316 w 2287863"/>
              <a:gd name="connsiteY3" fmla="*/ 1806122 h 1812472"/>
              <a:gd name="connsiteX4" fmla="*/ 9928 w 2287863"/>
              <a:gd name="connsiteY4" fmla="*/ 1812472 h 1812472"/>
              <a:gd name="connsiteX5" fmla="*/ 6329 w 2287863"/>
              <a:gd name="connsiteY5" fmla="*/ 1780405 h 1812472"/>
              <a:gd name="connsiteX0" fmla="*/ 6329 w 2223184"/>
              <a:gd name="connsiteY0" fmla="*/ 1780405 h 1812472"/>
              <a:gd name="connsiteX1" fmla="*/ 1069849 w 2223184"/>
              <a:gd name="connsiteY1" fmla="*/ 18069 h 1812472"/>
              <a:gd name="connsiteX2" fmla="*/ 1654578 w 2223184"/>
              <a:gd name="connsiteY2" fmla="*/ 920296 h 1812472"/>
              <a:gd name="connsiteX3" fmla="*/ 2221316 w 2223184"/>
              <a:gd name="connsiteY3" fmla="*/ 1806122 h 1812472"/>
              <a:gd name="connsiteX4" fmla="*/ 9928 w 2223184"/>
              <a:gd name="connsiteY4" fmla="*/ 1812472 h 1812472"/>
              <a:gd name="connsiteX5" fmla="*/ 6329 w 2223184"/>
              <a:gd name="connsiteY5" fmla="*/ 1780405 h 1812472"/>
              <a:gd name="connsiteX0" fmla="*/ 6329 w 2223184"/>
              <a:gd name="connsiteY0" fmla="*/ 1763110 h 1795177"/>
              <a:gd name="connsiteX1" fmla="*/ 1069849 w 2223184"/>
              <a:gd name="connsiteY1" fmla="*/ 774 h 1795177"/>
              <a:gd name="connsiteX2" fmla="*/ 1654578 w 2223184"/>
              <a:gd name="connsiteY2" fmla="*/ 903001 h 1795177"/>
              <a:gd name="connsiteX3" fmla="*/ 2221316 w 2223184"/>
              <a:gd name="connsiteY3" fmla="*/ 1788827 h 1795177"/>
              <a:gd name="connsiteX4" fmla="*/ 9928 w 2223184"/>
              <a:gd name="connsiteY4" fmla="*/ 1795177 h 1795177"/>
              <a:gd name="connsiteX5" fmla="*/ 6329 w 2223184"/>
              <a:gd name="connsiteY5" fmla="*/ 1763110 h 1795177"/>
              <a:gd name="connsiteX0" fmla="*/ 6329 w 2223184"/>
              <a:gd name="connsiteY0" fmla="*/ 1759939 h 1792006"/>
              <a:gd name="connsiteX1" fmla="*/ 1082549 w 2223184"/>
              <a:gd name="connsiteY1" fmla="*/ 778 h 1792006"/>
              <a:gd name="connsiteX2" fmla="*/ 1654578 w 2223184"/>
              <a:gd name="connsiteY2" fmla="*/ 899830 h 1792006"/>
              <a:gd name="connsiteX3" fmla="*/ 2221316 w 2223184"/>
              <a:gd name="connsiteY3" fmla="*/ 1785656 h 1792006"/>
              <a:gd name="connsiteX4" fmla="*/ 9928 w 2223184"/>
              <a:gd name="connsiteY4" fmla="*/ 1792006 h 1792006"/>
              <a:gd name="connsiteX5" fmla="*/ 6329 w 2223184"/>
              <a:gd name="connsiteY5" fmla="*/ 1759939 h 1792006"/>
              <a:gd name="connsiteX0" fmla="*/ 33312 w 2218417"/>
              <a:gd name="connsiteY0" fmla="*/ 1725014 h 1792006"/>
              <a:gd name="connsiteX1" fmla="*/ 1077782 w 2218417"/>
              <a:gd name="connsiteY1" fmla="*/ 778 h 1792006"/>
              <a:gd name="connsiteX2" fmla="*/ 1649811 w 2218417"/>
              <a:gd name="connsiteY2" fmla="*/ 899830 h 1792006"/>
              <a:gd name="connsiteX3" fmla="*/ 2216549 w 2218417"/>
              <a:gd name="connsiteY3" fmla="*/ 1785656 h 1792006"/>
              <a:gd name="connsiteX4" fmla="*/ 5161 w 2218417"/>
              <a:gd name="connsiteY4" fmla="*/ 1792006 h 1792006"/>
              <a:gd name="connsiteX5" fmla="*/ 33312 w 2218417"/>
              <a:gd name="connsiteY5" fmla="*/ 1725014 h 1792006"/>
              <a:gd name="connsiteX0" fmla="*/ 36005 w 2221110"/>
              <a:gd name="connsiteY0" fmla="*/ 1725014 h 1792006"/>
              <a:gd name="connsiteX1" fmla="*/ 1080475 w 2221110"/>
              <a:gd name="connsiteY1" fmla="*/ 778 h 1792006"/>
              <a:gd name="connsiteX2" fmla="*/ 1652504 w 2221110"/>
              <a:gd name="connsiteY2" fmla="*/ 899830 h 1792006"/>
              <a:gd name="connsiteX3" fmla="*/ 2219242 w 2221110"/>
              <a:gd name="connsiteY3" fmla="*/ 1785656 h 1792006"/>
              <a:gd name="connsiteX4" fmla="*/ 7854 w 2221110"/>
              <a:gd name="connsiteY4" fmla="*/ 1792006 h 1792006"/>
              <a:gd name="connsiteX5" fmla="*/ 36005 w 2221110"/>
              <a:gd name="connsiteY5" fmla="*/ 1725014 h 1792006"/>
              <a:gd name="connsiteX0" fmla="*/ 36005 w 2221110"/>
              <a:gd name="connsiteY0" fmla="*/ 1725014 h 1792006"/>
              <a:gd name="connsiteX1" fmla="*/ 1080475 w 2221110"/>
              <a:gd name="connsiteY1" fmla="*/ 778 h 1792006"/>
              <a:gd name="connsiteX2" fmla="*/ 1652504 w 2221110"/>
              <a:gd name="connsiteY2" fmla="*/ 899830 h 1792006"/>
              <a:gd name="connsiteX3" fmla="*/ 2219242 w 2221110"/>
              <a:gd name="connsiteY3" fmla="*/ 1785656 h 1792006"/>
              <a:gd name="connsiteX4" fmla="*/ 7854 w 2221110"/>
              <a:gd name="connsiteY4" fmla="*/ 1792006 h 1792006"/>
              <a:gd name="connsiteX5" fmla="*/ 36005 w 2221110"/>
              <a:gd name="connsiteY5" fmla="*/ 1725014 h 1792006"/>
              <a:gd name="connsiteX0" fmla="*/ 36005 w 2221284"/>
              <a:gd name="connsiteY0" fmla="*/ 1724996 h 1791988"/>
              <a:gd name="connsiteX1" fmla="*/ 1080475 w 2221284"/>
              <a:gd name="connsiteY1" fmla="*/ 760 h 1791988"/>
              <a:gd name="connsiteX2" fmla="*/ 1689675 w 2221284"/>
              <a:gd name="connsiteY2" fmla="*/ 914680 h 1791988"/>
              <a:gd name="connsiteX3" fmla="*/ 2219242 w 2221284"/>
              <a:gd name="connsiteY3" fmla="*/ 1785638 h 1791988"/>
              <a:gd name="connsiteX4" fmla="*/ 7854 w 2221284"/>
              <a:gd name="connsiteY4" fmla="*/ 1791988 h 1791988"/>
              <a:gd name="connsiteX5" fmla="*/ 36005 w 2221284"/>
              <a:gd name="connsiteY5" fmla="*/ 1724996 h 179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1284" h="1791988">
                <a:moveTo>
                  <a:pt x="36005" y="1724996"/>
                </a:moveTo>
                <a:cubicBezTo>
                  <a:pt x="314312" y="1269842"/>
                  <a:pt x="1017222" y="59462"/>
                  <a:pt x="1080475" y="760"/>
                </a:cubicBezTo>
                <a:cubicBezTo>
                  <a:pt x="1113883" y="-25117"/>
                  <a:pt x="1497764" y="616671"/>
                  <a:pt x="1689675" y="914680"/>
                </a:cubicBezTo>
                <a:cubicBezTo>
                  <a:pt x="1881586" y="1212689"/>
                  <a:pt x="2252050" y="1786167"/>
                  <a:pt x="2219242" y="1785638"/>
                </a:cubicBezTo>
                <a:lnTo>
                  <a:pt x="7854" y="1791988"/>
                </a:lnTo>
                <a:cubicBezTo>
                  <a:pt x="-13454" y="1790824"/>
                  <a:pt x="12863" y="1767435"/>
                  <a:pt x="36005" y="1724996"/>
                </a:cubicBezTo>
                <a:close/>
              </a:path>
            </a:pathLst>
          </a:custGeom>
          <a:solidFill>
            <a:schemeClr val="tx1"/>
          </a:solidFill>
          <a:ln w="38100">
            <a:solidFill>
              <a:schemeClr val="bg1"/>
            </a:solidFill>
          </a:ln>
        </p:spPr>
        <p:txBody>
          <a:bodyPr lIns="144000" tIns="864000" rIns="144000" bIns="36000" anchor="t"/>
          <a:lstStyle>
            <a:lvl1pPr marL="0" indent="0" algn="ctr">
              <a:lnSpc>
                <a:spcPct val="90000"/>
              </a:lnSpc>
              <a:spcBef>
                <a:spcPts val="0"/>
              </a:spcBef>
              <a:buNone/>
              <a:defRPr spc="-40" baseline="0">
                <a:solidFill>
                  <a:schemeClr val="bg1"/>
                </a:solidFill>
              </a:defRPr>
            </a:lvl1pPr>
          </a:lstStyle>
          <a:p>
            <a:pPr lvl="0"/>
            <a:r>
              <a:rPr lang="en-GB"/>
              <a:t>Insert</a:t>
            </a:r>
            <a:br>
              <a:rPr lang="en-GB"/>
            </a:br>
            <a:r>
              <a:rPr lang="en-GB"/>
              <a:t>text</a:t>
            </a:r>
            <a:endParaRPr lang="en-FI"/>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0A0C470B-03E4-F041-B032-90ADDC651862}"/>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6452244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line + Timeline/table placeholder">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7" name="Title Placeholder 1">
            <a:extLst>
              <a:ext uri="{FF2B5EF4-FFF2-40B4-BE49-F238E27FC236}">
                <a16:creationId xmlns:a16="http://schemas.microsoft.com/office/drawing/2014/main" id="{9D108029-AC05-8D6E-B7CF-B10A44F90936}"/>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6" name="Text Placeholder 3">
            <a:extLst>
              <a:ext uri="{FF2B5EF4-FFF2-40B4-BE49-F238E27FC236}">
                <a16:creationId xmlns:a16="http://schemas.microsoft.com/office/drawing/2014/main" id="{83A33975-D56E-1E50-5972-78EDF038FD05}"/>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5" name="Content Placeholder 6">
            <a:extLst>
              <a:ext uri="{FF2B5EF4-FFF2-40B4-BE49-F238E27FC236}">
                <a16:creationId xmlns:a16="http://schemas.microsoft.com/office/drawing/2014/main" id="{DE4BEA3E-4F81-1EB7-2989-7306D1F4DA1A}"/>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10" name="Content Placeholder 9">
            <a:extLst>
              <a:ext uri="{FF2B5EF4-FFF2-40B4-BE49-F238E27FC236}">
                <a16:creationId xmlns:a16="http://schemas.microsoft.com/office/drawing/2014/main" id="{F8FA1E7C-69D7-88B2-A885-C4A25881FE78}"/>
              </a:ext>
            </a:extLst>
          </p:cNvPr>
          <p:cNvSpPr>
            <a:spLocks noGrp="1"/>
          </p:cNvSpPr>
          <p:nvPr>
            <p:ph sz="quarter" idx="17" hasCustomPrompt="1"/>
          </p:nvPr>
        </p:nvSpPr>
        <p:spPr>
          <a:xfrm>
            <a:off x="695325" y="2349499"/>
            <a:ext cx="10801350" cy="3888000"/>
          </a:xfrm>
          <a:prstGeom prst="rect">
            <a:avLst/>
          </a:prstGeom>
        </p:spPr>
        <p:txBody>
          <a:bodyPr lIns="0" tIns="0" rIns="0" bIns="0"/>
          <a:lstStyle>
            <a:lvl1pPr marL="177800" indent="-171450">
              <a:tabLst/>
              <a:defRPr spc="-40" baseline="0"/>
            </a:lvl1pPr>
            <a:lvl2pPr marL="365125" indent="-182563">
              <a:tabLst/>
              <a:defRPr>
                <a:solidFill>
                  <a:schemeClr val="tx2"/>
                </a:solidFill>
              </a:defRPr>
            </a:lvl2pPr>
            <a:lvl3pPr marL="538163" indent="-173038">
              <a:tabLst/>
              <a:defRPr/>
            </a:lvl3pPr>
            <a:lvl4pPr marL="669925" indent="-131763">
              <a:tabLst/>
              <a:defRPr/>
            </a:lvl4pPr>
            <a:lvl5pPr marL="801688" indent="-131763">
              <a:tabLst/>
              <a:defRPr/>
            </a:lvl5pPr>
          </a:lstStyle>
          <a:p>
            <a:pPr lvl="0"/>
            <a:r>
              <a:rPr lang="en-GB" dirty="0"/>
              <a:t>Add table, text or something,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C7A05F3F-613D-C8F6-575F-F16C72DC563D}"/>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9212713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presentation 4">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2" name="Title Placeholder 1">
            <a:extLst>
              <a:ext uri="{FF2B5EF4-FFF2-40B4-BE49-F238E27FC236}">
                <a16:creationId xmlns:a16="http://schemas.microsoft.com/office/drawing/2014/main" id="{EEB47FE9-021F-995E-36AA-5123FBF1E473}"/>
              </a:ext>
            </a:extLst>
          </p:cNvPr>
          <p:cNvSpPr>
            <a:spLocks noGrp="1"/>
          </p:cNvSpPr>
          <p:nvPr>
            <p:ph type="title"/>
          </p:nvPr>
        </p:nvSpPr>
        <p:spPr>
          <a:xfrm>
            <a:off x="675005" y="620713"/>
            <a:ext cx="9001125" cy="1080000"/>
          </a:xfrm>
          <a:prstGeom prst="rect">
            <a:avLst/>
          </a:prstGeom>
        </p:spPr>
        <p:txBody>
          <a:bodyPr vert="horz" lIns="0" tIns="0" rIns="0" bIns="0" rtlCol="0" anchor="ctr" anchorCtr="0">
            <a:noAutofit/>
          </a:bodyPr>
          <a:lstStyle/>
          <a:p>
            <a:r>
              <a:rPr lang="en-US" noProof="0"/>
              <a:t>Click to edit Master title style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C314DB5D-8558-AD92-0DC0-C9075EAAB8D5}"/>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6" name="Picture Placeholder 2">
            <a:extLst>
              <a:ext uri="{FF2B5EF4-FFF2-40B4-BE49-F238E27FC236}">
                <a16:creationId xmlns:a16="http://schemas.microsoft.com/office/drawing/2014/main" id="{3072ECB6-86CF-EA81-C52B-C2DEE994EB07}"/>
              </a:ext>
            </a:extLst>
          </p:cNvPr>
          <p:cNvSpPr>
            <a:spLocks noGrp="1"/>
          </p:cNvSpPr>
          <p:nvPr>
            <p:ph type="pic" sz="quarter" idx="27" hasCustomPrompt="1"/>
          </p:nvPr>
        </p:nvSpPr>
        <p:spPr>
          <a:xfrm>
            <a:off x="588330" y="2284413"/>
            <a:ext cx="1732127" cy="1663538"/>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a:t>I</a:t>
            </a:r>
            <a:r>
              <a:rPr lang="en-FI"/>
              <a:t>nsert image</a:t>
            </a:r>
          </a:p>
          <a:p>
            <a:endParaRPr lang="en-FI"/>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16" name="Text Placeholder 2">
            <a:extLst>
              <a:ext uri="{FF2B5EF4-FFF2-40B4-BE49-F238E27FC236}">
                <a16:creationId xmlns:a16="http://schemas.microsoft.com/office/drawing/2014/main" id="{18319B84-6EF4-65F0-63C8-70E85E0DF537}"/>
              </a:ext>
            </a:extLst>
          </p:cNvPr>
          <p:cNvSpPr>
            <a:spLocks noGrp="1"/>
          </p:cNvSpPr>
          <p:nvPr>
            <p:ph type="body" sz="quarter" idx="28" hasCustomPrompt="1"/>
          </p:nvPr>
        </p:nvSpPr>
        <p:spPr>
          <a:xfrm>
            <a:off x="695325"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5325"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42" name="Picture Placeholder 41">
            <a:extLst>
              <a:ext uri="{FF2B5EF4-FFF2-40B4-BE49-F238E27FC236}">
                <a16:creationId xmlns:a16="http://schemas.microsoft.com/office/drawing/2014/main" id="{AEA880AD-95DE-E6F1-36B8-65B9F99B78B5}"/>
              </a:ext>
            </a:extLst>
          </p:cNvPr>
          <p:cNvSpPr>
            <a:spLocks noGrp="1"/>
          </p:cNvSpPr>
          <p:nvPr>
            <p:ph type="pic" sz="quarter" idx="41" hasCustomPrompt="1"/>
          </p:nvPr>
        </p:nvSpPr>
        <p:spPr>
          <a:xfrm>
            <a:off x="3351768" y="2283810"/>
            <a:ext cx="1711190" cy="1664145"/>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22" name="Text Placeholder 10">
            <a:extLst>
              <a:ext uri="{FF2B5EF4-FFF2-40B4-BE49-F238E27FC236}">
                <a16:creationId xmlns:a16="http://schemas.microsoft.com/office/drawing/2014/main" id="{B8E87A54-7645-F237-EFDA-4F0FFDAD77A9}"/>
              </a:ext>
            </a:extLst>
          </p:cNvPr>
          <p:cNvSpPr>
            <a:spLocks noGrp="1"/>
          </p:cNvSpPr>
          <p:nvPr>
            <p:ph type="body" sz="quarter" idx="30" hasCustomPrompt="1"/>
          </p:nvPr>
        </p:nvSpPr>
        <p:spPr>
          <a:xfrm>
            <a:off x="3443926"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24" name="Text Placeholder 2">
            <a:extLst>
              <a:ext uri="{FF2B5EF4-FFF2-40B4-BE49-F238E27FC236}">
                <a16:creationId xmlns:a16="http://schemas.microsoft.com/office/drawing/2014/main" id="{A91D44D4-0525-3962-A821-9DF0908471B9}"/>
              </a:ext>
            </a:extLst>
          </p:cNvPr>
          <p:cNvSpPr>
            <a:spLocks noGrp="1"/>
          </p:cNvSpPr>
          <p:nvPr>
            <p:ph type="body" sz="quarter" idx="32" hasCustomPrompt="1"/>
          </p:nvPr>
        </p:nvSpPr>
        <p:spPr>
          <a:xfrm>
            <a:off x="3443926"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21" name="Text Placeholder 2">
            <a:extLst>
              <a:ext uri="{FF2B5EF4-FFF2-40B4-BE49-F238E27FC236}">
                <a16:creationId xmlns:a16="http://schemas.microsoft.com/office/drawing/2014/main" id="{3E149219-18D9-B318-4784-5FD17FD4C6F1}"/>
              </a:ext>
            </a:extLst>
          </p:cNvPr>
          <p:cNvSpPr>
            <a:spLocks noGrp="1"/>
          </p:cNvSpPr>
          <p:nvPr>
            <p:ph type="body" sz="quarter" idx="29" hasCustomPrompt="1"/>
          </p:nvPr>
        </p:nvSpPr>
        <p:spPr>
          <a:xfrm>
            <a:off x="3443926"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27" name="Picture Placeholder 2">
            <a:extLst>
              <a:ext uri="{FF2B5EF4-FFF2-40B4-BE49-F238E27FC236}">
                <a16:creationId xmlns:a16="http://schemas.microsoft.com/office/drawing/2014/main" id="{9A1FE67A-11D0-E41C-8A5F-78469AFC7240}"/>
              </a:ext>
            </a:extLst>
          </p:cNvPr>
          <p:cNvSpPr>
            <a:spLocks noGrp="1"/>
          </p:cNvSpPr>
          <p:nvPr>
            <p:ph type="pic" sz="quarter" idx="35" hasCustomPrompt="1"/>
          </p:nvPr>
        </p:nvSpPr>
        <p:spPr>
          <a:xfrm>
            <a:off x="6085532" y="2284413"/>
            <a:ext cx="1732127" cy="1663538"/>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a:t>I</a:t>
            </a:r>
            <a:r>
              <a:rPr lang="en-FI"/>
              <a:t>nsert image</a:t>
            </a:r>
          </a:p>
          <a:p>
            <a:endParaRPr lang="en-FI"/>
          </a:p>
        </p:txBody>
      </p:sp>
      <p:sp>
        <p:nvSpPr>
          <p:cNvPr id="26" name="Text Placeholder 10">
            <a:extLst>
              <a:ext uri="{FF2B5EF4-FFF2-40B4-BE49-F238E27FC236}">
                <a16:creationId xmlns:a16="http://schemas.microsoft.com/office/drawing/2014/main" id="{1ECA5D47-D7DB-4378-DFA3-E9B99AD81B6F}"/>
              </a:ext>
            </a:extLst>
          </p:cNvPr>
          <p:cNvSpPr>
            <a:spLocks noGrp="1"/>
          </p:cNvSpPr>
          <p:nvPr>
            <p:ph type="body" sz="quarter" idx="34" hasCustomPrompt="1"/>
          </p:nvPr>
        </p:nvSpPr>
        <p:spPr>
          <a:xfrm>
            <a:off x="6192527"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28" name="Text Placeholder 2">
            <a:extLst>
              <a:ext uri="{FF2B5EF4-FFF2-40B4-BE49-F238E27FC236}">
                <a16:creationId xmlns:a16="http://schemas.microsoft.com/office/drawing/2014/main" id="{6E7BF62F-1AAE-5920-508F-7CC2D2F231F4}"/>
              </a:ext>
            </a:extLst>
          </p:cNvPr>
          <p:cNvSpPr>
            <a:spLocks noGrp="1"/>
          </p:cNvSpPr>
          <p:nvPr>
            <p:ph type="body" sz="quarter" idx="36" hasCustomPrompt="1"/>
          </p:nvPr>
        </p:nvSpPr>
        <p:spPr>
          <a:xfrm>
            <a:off x="6192527"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25" name="Text Placeholder 2">
            <a:extLst>
              <a:ext uri="{FF2B5EF4-FFF2-40B4-BE49-F238E27FC236}">
                <a16:creationId xmlns:a16="http://schemas.microsoft.com/office/drawing/2014/main" id="{9C3D3404-3FD6-E13D-DA3C-DC3DA19C48A6}"/>
              </a:ext>
            </a:extLst>
          </p:cNvPr>
          <p:cNvSpPr>
            <a:spLocks noGrp="1"/>
          </p:cNvSpPr>
          <p:nvPr>
            <p:ph type="body" sz="quarter" idx="33" hasCustomPrompt="1"/>
          </p:nvPr>
        </p:nvSpPr>
        <p:spPr>
          <a:xfrm>
            <a:off x="6192527"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46" name="Picture Placeholder 41">
            <a:extLst>
              <a:ext uri="{FF2B5EF4-FFF2-40B4-BE49-F238E27FC236}">
                <a16:creationId xmlns:a16="http://schemas.microsoft.com/office/drawing/2014/main" id="{47DF4A8F-C8D2-1EAF-2C2B-760E504038F3}"/>
              </a:ext>
            </a:extLst>
          </p:cNvPr>
          <p:cNvSpPr>
            <a:spLocks noGrp="1"/>
          </p:cNvSpPr>
          <p:nvPr>
            <p:ph type="pic" sz="quarter" idx="42" hasCustomPrompt="1"/>
          </p:nvPr>
        </p:nvSpPr>
        <p:spPr>
          <a:xfrm>
            <a:off x="8852568" y="2283810"/>
            <a:ext cx="1711190" cy="1664145"/>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30" name="Text Placeholder 10">
            <a:extLst>
              <a:ext uri="{FF2B5EF4-FFF2-40B4-BE49-F238E27FC236}">
                <a16:creationId xmlns:a16="http://schemas.microsoft.com/office/drawing/2014/main" id="{6D3E1CEC-24A5-3F47-88D6-E63EC6A53875}"/>
              </a:ext>
            </a:extLst>
          </p:cNvPr>
          <p:cNvSpPr>
            <a:spLocks noGrp="1"/>
          </p:cNvSpPr>
          <p:nvPr>
            <p:ph type="body" sz="quarter" idx="38" hasCustomPrompt="1"/>
          </p:nvPr>
        </p:nvSpPr>
        <p:spPr>
          <a:xfrm>
            <a:off x="8947228"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32" name="Text Placeholder 2">
            <a:extLst>
              <a:ext uri="{FF2B5EF4-FFF2-40B4-BE49-F238E27FC236}">
                <a16:creationId xmlns:a16="http://schemas.microsoft.com/office/drawing/2014/main" id="{587A0F05-A212-0884-51F2-61BB3E2C33C5}"/>
              </a:ext>
            </a:extLst>
          </p:cNvPr>
          <p:cNvSpPr>
            <a:spLocks noGrp="1"/>
          </p:cNvSpPr>
          <p:nvPr>
            <p:ph type="body" sz="quarter" idx="40" hasCustomPrompt="1"/>
          </p:nvPr>
        </p:nvSpPr>
        <p:spPr>
          <a:xfrm>
            <a:off x="8947228"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29" name="Text Placeholder 2">
            <a:extLst>
              <a:ext uri="{FF2B5EF4-FFF2-40B4-BE49-F238E27FC236}">
                <a16:creationId xmlns:a16="http://schemas.microsoft.com/office/drawing/2014/main" id="{041C64FD-55F6-8241-0CA3-F2922AD7B3C4}"/>
              </a:ext>
            </a:extLst>
          </p:cNvPr>
          <p:cNvSpPr>
            <a:spLocks noGrp="1"/>
          </p:cNvSpPr>
          <p:nvPr>
            <p:ph type="body" sz="quarter" idx="37" hasCustomPrompt="1"/>
          </p:nvPr>
        </p:nvSpPr>
        <p:spPr>
          <a:xfrm>
            <a:off x="8947228"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A5FB7C9B-D204-0166-112B-BDD413B00DB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6980951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ots of people or pics">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2" name="Title Placeholder 1">
            <a:extLst>
              <a:ext uri="{FF2B5EF4-FFF2-40B4-BE49-F238E27FC236}">
                <a16:creationId xmlns:a16="http://schemas.microsoft.com/office/drawing/2014/main" id="{EEB47FE9-021F-995E-36AA-5123FBF1E473}"/>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GB" noProof="0" dirty="0"/>
              <a:t>Click to add headline</a:t>
            </a:r>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Picture Placeholder 2">
            <a:extLst>
              <a:ext uri="{FF2B5EF4-FFF2-40B4-BE49-F238E27FC236}">
                <a16:creationId xmlns:a16="http://schemas.microsoft.com/office/drawing/2014/main" id="{3072ECB6-86CF-EA81-C52B-C2DEE994EB07}"/>
              </a:ext>
            </a:extLst>
          </p:cNvPr>
          <p:cNvSpPr>
            <a:spLocks noGrp="1"/>
          </p:cNvSpPr>
          <p:nvPr>
            <p:ph type="pic" sz="quarter" idx="27" hasCustomPrompt="1"/>
          </p:nvPr>
        </p:nvSpPr>
        <p:spPr>
          <a:xfrm>
            <a:off x="588331" y="183950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3115144"/>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16" name="Text Placeholder 2">
            <a:extLst>
              <a:ext uri="{FF2B5EF4-FFF2-40B4-BE49-F238E27FC236}">
                <a16:creationId xmlns:a16="http://schemas.microsoft.com/office/drawing/2014/main" id="{18319B84-6EF4-65F0-63C8-70E85E0DF537}"/>
              </a:ext>
            </a:extLst>
          </p:cNvPr>
          <p:cNvSpPr>
            <a:spLocks noGrp="1"/>
          </p:cNvSpPr>
          <p:nvPr>
            <p:ph type="body" sz="quarter" idx="28" hasCustomPrompt="1"/>
          </p:nvPr>
        </p:nvSpPr>
        <p:spPr>
          <a:xfrm>
            <a:off x="695325" y="3616457"/>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42" name="Picture Placeholder 41">
            <a:extLst>
              <a:ext uri="{FF2B5EF4-FFF2-40B4-BE49-F238E27FC236}">
                <a16:creationId xmlns:a16="http://schemas.microsoft.com/office/drawing/2014/main" id="{AEA880AD-95DE-E6F1-36B8-65B9F99B78B5}"/>
              </a:ext>
            </a:extLst>
          </p:cNvPr>
          <p:cNvSpPr>
            <a:spLocks noGrp="1"/>
          </p:cNvSpPr>
          <p:nvPr>
            <p:ph type="pic" sz="quarter" idx="41" hasCustomPrompt="1"/>
          </p:nvPr>
        </p:nvSpPr>
        <p:spPr>
          <a:xfrm>
            <a:off x="2830678" y="183889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22" name="Text Placeholder 10">
            <a:extLst>
              <a:ext uri="{FF2B5EF4-FFF2-40B4-BE49-F238E27FC236}">
                <a16:creationId xmlns:a16="http://schemas.microsoft.com/office/drawing/2014/main" id="{B8E87A54-7645-F237-EFDA-4F0FFDAD77A9}"/>
              </a:ext>
            </a:extLst>
          </p:cNvPr>
          <p:cNvSpPr>
            <a:spLocks noGrp="1"/>
          </p:cNvSpPr>
          <p:nvPr>
            <p:ph type="body" sz="quarter" idx="30" hasCustomPrompt="1"/>
          </p:nvPr>
        </p:nvSpPr>
        <p:spPr>
          <a:xfrm>
            <a:off x="2923035"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24" name="Text Placeholder 2">
            <a:extLst>
              <a:ext uri="{FF2B5EF4-FFF2-40B4-BE49-F238E27FC236}">
                <a16:creationId xmlns:a16="http://schemas.microsoft.com/office/drawing/2014/main" id="{A91D44D4-0525-3962-A821-9DF0908471B9}"/>
              </a:ext>
            </a:extLst>
          </p:cNvPr>
          <p:cNvSpPr>
            <a:spLocks noGrp="1"/>
          </p:cNvSpPr>
          <p:nvPr>
            <p:ph type="body" sz="quarter" idx="32" hasCustomPrompt="1"/>
          </p:nvPr>
        </p:nvSpPr>
        <p:spPr>
          <a:xfrm>
            <a:off x="2923056" y="3616457"/>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27" name="Picture Placeholder 2">
            <a:extLst>
              <a:ext uri="{FF2B5EF4-FFF2-40B4-BE49-F238E27FC236}">
                <a16:creationId xmlns:a16="http://schemas.microsoft.com/office/drawing/2014/main" id="{9A1FE67A-11D0-E41C-8A5F-78469AFC7240}"/>
              </a:ext>
            </a:extLst>
          </p:cNvPr>
          <p:cNvSpPr>
            <a:spLocks noGrp="1"/>
          </p:cNvSpPr>
          <p:nvPr>
            <p:ph type="pic" sz="quarter" idx="35" hasCustomPrompt="1"/>
          </p:nvPr>
        </p:nvSpPr>
        <p:spPr>
          <a:xfrm>
            <a:off x="5055901" y="183950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26" name="Text Placeholder 10">
            <a:extLst>
              <a:ext uri="{FF2B5EF4-FFF2-40B4-BE49-F238E27FC236}">
                <a16:creationId xmlns:a16="http://schemas.microsoft.com/office/drawing/2014/main" id="{1ECA5D47-D7DB-4378-DFA3-E9B99AD81B6F}"/>
              </a:ext>
            </a:extLst>
          </p:cNvPr>
          <p:cNvSpPr>
            <a:spLocks noGrp="1"/>
          </p:cNvSpPr>
          <p:nvPr>
            <p:ph type="body" sz="quarter" idx="34" hasCustomPrompt="1"/>
          </p:nvPr>
        </p:nvSpPr>
        <p:spPr>
          <a:xfrm>
            <a:off x="5150744"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28" name="Text Placeholder 2">
            <a:extLst>
              <a:ext uri="{FF2B5EF4-FFF2-40B4-BE49-F238E27FC236}">
                <a16:creationId xmlns:a16="http://schemas.microsoft.com/office/drawing/2014/main" id="{6E7BF62F-1AAE-5920-508F-7CC2D2F231F4}"/>
              </a:ext>
            </a:extLst>
          </p:cNvPr>
          <p:cNvSpPr>
            <a:spLocks noGrp="1"/>
          </p:cNvSpPr>
          <p:nvPr>
            <p:ph type="body" sz="quarter" idx="36" hasCustomPrompt="1"/>
          </p:nvPr>
        </p:nvSpPr>
        <p:spPr>
          <a:xfrm>
            <a:off x="5150787" y="3616457"/>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46" name="Picture Placeholder 41">
            <a:extLst>
              <a:ext uri="{FF2B5EF4-FFF2-40B4-BE49-F238E27FC236}">
                <a16:creationId xmlns:a16="http://schemas.microsoft.com/office/drawing/2014/main" id="{47DF4A8F-C8D2-1EAF-2C2B-760E504038F3}"/>
              </a:ext>
            </a:extLst>
          </p:cNvPr>
          <p:cNvSpPr>
            <a:spLocks noGrp="1"/>
          </p:cNvSpPr>
          <p:nvPr>
            <p:ph type="pic" sz="quarter" idx="42" hasCustomPrompt="1"/>
          </p:nvPr>
        </p:nvSpPr>
        <p:spPr>
          <a:xfrm>
            <a:off x="7298248" y="183889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30" name="Text Placeholder 10">
            <a:extLst>
              <a:ext uri="{FF2B5EF4-FFF2-40B4-BE49-F238E27FC236}">
                <a16:creationId xmlns:a16="http://schemas.microsoft.com/office/drawing/2014/main" id="{6D3E1CEC-24A5-3F47-88D6-E63EC6A53875}"/>
              </a:ext>
            </a:extLst>
          </p:cNvPr>
          <p:cNvSpPr>
            <a:spLocks noGrp="1"/>
          </p:cNvSpPr>
          <p:nvPr>
            <p:ph type="body" sz="quarter" idx="38" hasCustomPrompt="1"/>
          </p:nvPr>
        </p:nvSpPr>
        <p:spPr>
          <a:xfrm>
            <a:off x="7378453"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2" name="Text Placeholder 2">
            <a:extLst>
              <a:ext uri="{FF2B5EF4-FFF2-40B4-BE49-F238E27FC236}">
                <a16:creationId xmlns:a16="http://schemas.microsoft.com/office/drawing/2014/main" id="{587A0F05-A212-0884-51F2-61BB3E2C33C5}"/>
              </a:ext>
            </a:extLst>
          </p:cNvPr>
          <p:cNvSpPr>
            <a:spLocks noGrp="1"/>
          </p:cNvSpPr>
          <p:nvPr>
            <p:ph type="body" sz="quarter" idx="40" hasCustomPrompt="1"/>
          </p:nvPr>
        </p:nvSpPr>
        <p:spPr>
          <a:xfrm>
            <a:off x="7378518" y="3616457"/>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A5FB7C9B-D204-0166-112B-BDD413B00DB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9" name="Picture Placeholder 2">
            <a:extLst>
              <a:ext uri="{FF2B5EF4-FFF2-40B4-BE49-F238E27FC236}">
                <a16:creationId xmlns:a16="http://schemas.microsoft.com/office/drawing/2014/main" id="{67A83D0C-5161-645F-8EF3-7173D6A7AFC3}"/>
              </a:ext>
            </a:extLst>
          </p:cNvPr>
          <p:cNvSpPr>
            <a:spLocks noGrp="1"/>
          </p:cNvSpPr>
          <p:nvPr>
            <p:ph type="pic" sz="quarter" idx="43" hasCustomPrompt="1"/>
          </p:nvPr>
        </p:nvSpPr>
        <p:spPr>
          <a:xfrm>
            <a:off x="2829014" y="417414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a:t>
            </a:r>
            <a:br>
              <a:rPr lang="en-FI" dirty="0"/>
            </a:br>
            <a:r>
              <a:rPr lang="en-FI" dirty="0"/>
              <a:t>image</a:t>
            </a:r>
          </a:p>
          <a:p>
            <a:endParaRPr lang="en-FI" dirty="0"/>
          </a:p>
        </p:txBody>
      </p:sp>
      <p:sp>
        <p:nvSpPr>
          <p:cNvPr id="13" name="Picture Placeholder 41">
            <a:extLst>
              <a:ext uri="{FF2B5EF4-FFF2-40B4-BE49-F238E27FC236}">
                <a16:creationId xmlns:a16="http://schemas.microsoft.com/office/drawing/2014/main" id="{0FA4E0AE-4BC6-E2E2-6C83-4C887532C0F5}"/>
              </a:ext>
            </a:extLst>
          </p:cNvPr>
          <p:cNvSpPr>
            <a:spLocks noGrp="1"/>
          </p:cNvSpPr>
          <p:nvPr>
            <p:ph type="pic" sz="quarter" idx="44" hasCustomPrompt="1"/>
          </p:nvPr>
        </p:nvSpPr>
        <p:spPr>
          <a:xfrm>
            <a:off x="605455" y="417353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dirty="0"/>
              <a:t>Insert Image</a:t>
            </a:r>
          </a:p>
          <a:p>
            <a:endParaRPr lang="en-FI" dirty="0"/>
          </a:p>
        </p:txBody>
      </p:sp>
      <p:sp>
        <p:nvSpPr>
          <p:cNvPr id="14" name="Picture Placeholder 2">
            <a:extLst>
              <a:ext uri="{FF2B5EF4-FFF2-40B4-BE49-F238E27FC236}">
                <a16:creationId xmlns:a16="http://schemas.microsoft.com/office/drawing/2014/main" id="{5B702E4E-E559-47A0-9A75-11CB0A252FBE}"/>
              </a:ext>
            </a:extLst>
          </p:cNvPr>
          <p:cNvSpPr>
            <a:spLocks noGrp="1"/>
          </p:cNvSpPr>
          <p:nvPr>
            <p:ph type="pic" sz="quarter" idx="45" hasCustomPrompt="1"/>
          </p:nvPr>
        </p:nvSpPr>
        <p:spPr>
          <a:xfrm>
            <a:off x="7293256" y="417414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15" name="Picture Placeholder 41">
            <a:extLst>
              <a:ext uri="{FF2B5EF4-FFF2-40B4-BE49-F238E27FC236}">
                <a16:creationId xmlns:a16="http://schemas.microsoft.com/office/drawing/2014/main" id="{5B7D72B0-943F-BBF2-8D39-00D31C38321D}"/>
              </a:ext>
            </a:extLst>
          </p:cNvPr>
          <p:cNvSpPr>
            <a:spLocks noGrp="1"/>
          </p:cNvSpPr>
          <p:nvPr>
            <p:ph type="pic" sz="quarter" idx="46" hasCustomPrompt="1"/>
          </p:nvPr>
        </p:nvSpPr>
        <p:spPr>
          <a:xfrm>
            <a:off x="5069697" y="417353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17" name="Picture Placeholder 2">
            <a:extLst>
              <a:ext uri="{FF2B5EF4-FFF2-40B4-BE49-F238E27FC236}">
                <a16:creationId xmlns:a16="http://schemas.microsoft.com/office/drawing/2014/main" id="{B44F6E40-8B22-1AF9-DDE7-F3DC3011A25B}"/>
              </a:ext>
            </a:extLst>
          </p:cNvPr>
          <p:cNvSpPr>
            <a:spLocks noGrp="1"/>
          </p:cNvSpPr>
          <p:nvPr>
            <p:ph type="pic" sz="quarter" idx="47" hasCustomPrompt="1"/>
          </p:nvPr>
        </p:nvSpPr>
        <p:spPr>
          <a:xfrm>
            <a:off x="9523472" y="183950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18" name="Picture Placeholder 41">
            <a:extLst>
              <a:ext uri="{FF2B5EF4-FFF2-40B4-BE49-F238E27FC236}">
                <a16:creationId xmlns:a16="http://schemas.microsoft.com/office/drawing/2014/main" id="{557D3A9F-3816-FD83-9DE6-8AE75688BEC3}"/>
              </a:ext>
            </a:extLst>
          </p:cNvPr>
          <p:cNvSpPr>
            <a:spLocks noGrp="1"/>
          </p:cNvSpPr>
          <p:nvPr>
            <p:ph type="pic" sz="quarter" idx="48" hasCustomPrompt="1"/>
          </p:nvPr>
        </p:nvSpPr>
        <p:spPr>
          <a:xfrm>
            <a:off x="9533939" y="417353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19" name="Text Placeholder 10">
            <a:extLst>
              <a:ext uri="{FF2B5EF4-FFF2-40B4-BE49-F238E27FC236}">
                <a16:creationId xmlns:a16="http://schemas.microsoft.com/office/drawing/2014/main" id="{3B972CDE-7B92-933E-483F-9A6F081C49BE}"/>
              </a:ext>
            </a:extLst>
          </p:cNvPr>
          <p:cNvSpPr>
            <a:spLocks noGrp="1"/>
          </p:cNvSpPr>
          <p:nvPr>
            <p:ph type="body" sz="quarter" idx="49" hasCustomPrompt="1"/>
          </p:nvPr>
        </p:nvSpPr>
        <p:spPr>
          <a:xfrm>
            <a:off x="9606163"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20" name="Text Placeholder 2">
            <a:extLst>
              <a:ext uri="{FF2B5EF4-FFF2-40B4-BE49-F238E27FC236}">
                <a16:creationId xmlns:a16="http://schemas.microsoft.com/office/drawing/2014/main" id="{2C04E985-F5DE-7DC1-411F-C822B47CEC47}"/>
              </a:ext>
            </a:extLst>
          </p:cNvPr>
          <p:cNvSpPr>
            <a:spLocks noGrp="1"/>
          </p:cNvSpPr>
          <p:nvPr>
            <p:ph type="body" sz="quarter" idx="50" hasCustomPrompt="1"/>
          </p:nvPr>
        </p:nvSpPr>
        <p:spPr>
          <a:xfrm>
            <a:off x="9606163" y="3616457"/>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23" name="Text Placeholder 10">
            <a:extLst>
              <a:ext uri="{FF2B5EF4-FFF2-40B4-BE49-F238E27FC236}">
                <a16:creationId xmlns:a16="http://schemas.microsoft.com/office/drawing/2014/main" id="{FD9E265F-6ECD-9478-DACF-631336EE078E}"/>
              </a:ext>
            </a:extLst>
          </p:cNvPr>
          <p:cNvSpPr>
            <a:spLocks noGrp="1"/>
          </p:cNvSpPr>
          <p:nvPr>
            <p:ph type="body" sz="quarter" idx="51" hasCustomPrompt="1"/>
          </p:nvPr>
        </p:nvSpPr>
        <p:spPr>
          <a:xfrm>
            <a:off x="695325" y="5454866"/>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1" name="Text Placeholder 2">
            <a:extLst>
              <a:ext uri="{FF2B5EF4-FFF2-40B4-BE49-F238E27FC236}">
                <a16:creationId xmlns:a16="http://schemas.microsoft.com/office/drawing/2014/main" id="{8C077793-ED47-7FAD-1C61-AB7C8C06845E}"/>
              </a:ext>
            </a:extLst>
          </p:cNvPr>
          <p:cNvSpPr>
            <a:spLocks noGrp="1"/>
          </p:cNvSpPr>
          <p:nvPr>
            <p:ph type="body" sz="quarter" idx="52" hasCustomPrompt="1"/>
          </p:nvPr>
        </p:nvSpPr>
        <p:spPr>
          <a:xfrm>
            <a:off x="695325" y="5956179"/>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3" name="Text Placeholder 10">
            <a:extLst>
              <a:ext uri="{FF2B5EF4-FFF2-40B4-BE49-F238E27FC236}">
                <a16:creationId xmlns:a16="http://schemas.microsoft.com/office/drawing/2014/main" id="{FD3A4CEF-2BEE-7F08-0091-55E35C50FAAB}"/>
              </a:ext>
            </a:extLst>
          </p:cNvPr>
          <p:cNvSpPr>
            <a:spLocks noGrp="1"/>
          </p:cNvSpPr>
          <p:nvPr>
            <p:ph type="body" sz="quarter" idx="53" hasCustomPrompt="1"/>
          </p:nvPr>
        </p:nvSpPr>
        <p:spPr>
          <a:xfrm>
            <a:off x="2923035"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4" name="Text Placeholder 2">
            <a:extLst>
              <a:ext uri="{FF2B5EF4-FFF2-40B4-BE49-F238E27FC236}">
                <a16:creationId xmlns:a16="http://schemas.microsoft.com/office/drawing/2014/main" id="{5D7E18BB-F700-25CE-0373-FA2A352585D7}"/>
              </a:ext>
            </a:extLst>
          </p:cNvPr>
          <p:cNvSpPr>
            <a:spLocks noGrp="1"/>
          </p:cNvSpPr>
          <p:nvPr>
            <p:ph type="body" sz="quarter" idx="54" hasCustomPrompt="1"/>
          </p:nvPr>
        </p:nvSpPr>
        <p:spPr>
          <a:xfrm>
            <a:off x="2923056" y="5956179"/>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5" name="Text Placeholder 10">
            <a:extLst>
              <a:ext uri="{FF2B5EF4-FFF2-40B4-BE49-F238E27FC236}">
                <a16:creationId xmlns:a16="http://schemas.microsoft.com/office/drawing/2014/main" id="{FF330533-355B-B57A-DA73-E9727C05B386}"/>
              </a:ext>
            </a:extLst>
          </p:cNvPr>
          <p:cNvSpPr>
            <a:spLocks noGrp="1"/>
          </p:cNvSpPr>
          <p:nvPr>
            <p:ph type="body" sz="quarter" idx="55" hasCustomPrompt="1"/>
          </p:nvPr>
        </p:nvSpPr>
        <p:spPr>
          <a:xfrm>
            <a:off x="5150744"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6" name="Text Placeholder 2">
            <a:extLst>
              <a:ext uri="{FF2B5EF4-FFF2-40B4-BE49-F238E27FC236}">
                <a16:creationId xmlns:a16="http://schemas.microsoft.com/office/drawing/2014/main" id="{75D36D61-6527-1FA1-D9B7-A48DFF2192C6}"/>
              </a:ext>
            </a:extLst>
          </p:cNvPr>
          <p:cNvSpPr>
            <a:spLocks noGrp="1"/>
          </p:cNvSpPr>
          <p:nvPr>
            <p:ph type="body" sz="quarter" idx="56" hasCustomPrompt="1"/>
          </p:nvPr>
        </p:nvSpPr>
        <p:spPr>
          <a:xfrm>
            <a:off x="5150787" y="5956179"/>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7" name="Text Placeholder 10">
            <a:extLst>
              <a:ext uri="{FF2B5EF4-FFF2-40B4-BE49-F238E27FC236}">
                <a16:creationId xmlns:a16="http://schemas.microsoft.com/office/drawing/2014/main" id="{E140273A-A8F7-3D76-D0D7-B57BF0537A12}"/>
              </a:ext>
            </a:extLst>
          </p:cNvPr>
          <p:cNvSpPr>
            <a:spLocks noGrp="1"/>
          </p:cNvSpPr>
          <p:nvPr>
            <p:ph type="body" sz="quarter" idx="57" hasCustomPrompt="1"/>
          </p:nvPr>
        </p:nvSpPr>
        <p:spPr>
          <a:xfrm>
            <a:off x="7378453"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8" name="Text Placeholder 2">
            <a:extLst>
              <a:ext uri="{FF2B5EF4-FFF2-40B4-BE49-F238E27FC236}">
                <a16:creationId xmlns:a16="http://schemas.microsoft.com/office/drawing/2014/main" id="{110E04E6-EA5F-2B50-F498-C7EF8D9E7683}"/>
              </a:ext>
            </a:extLst>
          </p:cNvPr>
          <p:cNvSpPr>
            <a:spLocks noGrp="1"/>
          </p:cNvSpPr>
          <p:nvPr>
            <p:ph type="body" sz="quarter" idx="58" hasCustomPrompt="1"/>
          </p:nvPr>
        </p:nvSpPr>
        <p:spPr>
          <a:xfrm>
            <a:off x="7378518" y="5956179"/>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9" name="Text Placeholder 10">
            <a:extLst>
              <a:ext uri="{FF2B5EF4-FFF2-40B4-BE49-F238E27FC236}">
                <a16:creationId xmlns:a16="http://schemas.microsoft.com/office/drawing/2014/main" id="{53340F14-64B8-B8EC-B600-76B54CB9B465}"/>
              </a:ext>
            </a:extLst>
          </p:cNvPr>
          <p:cNvSpPr>
            <a:spLocks noGrp="1"/>
          </p:cNvSpPr>
          <p:nvPr>
            <p:ph type="body" sz="quarter" idx="59" hasCustomPrompt="1"/>
          </p:nvPr>
        </p:nvSpPr>
        <p:spPr>
          <a:xfrm>
            <a:off x="9606163"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40" name="Text Placeholder 2">
            <a:extLst>
              <a:ext uri="{FF2B5EF4-FFF2-40B4-BE49-F238E27FC236}">
                <a16:creationId xmlns:a16="http://schemas.microsoft.com/office/drawing/2014/main" id="{0611CDD5-FEE3-139F-11C1-90BD2FE72FF3}"/>
              </a:ext>
            </a:extLst>
          </p:cNvPr>
          <p:cNvSpPr>
            <a:spLocks noGrp="1"/>
          </p:cNvSpPr>
          <p:nvPr>
            <p:ph type="body" sz="quarter" idx="60" hasCustomPrompt="1"/>
          </p:nvPr>
        </p:nvSpPr>
        <p:spPr>
          <a:xfrm>
            <a:off x="9606163" y="5956179"/>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Tree>
    <p:extLst>
      <p:ext uri="{BB962C8B-B14F-4D97-AF65-F5344CB8AC3E}">
        <p14:creationId xmlns:p14="http://schemas.microsoft.com/office/powerpoint/2010/main" val="40897206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am single person presentati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95D677-A6B7-4766-87A6-F3A15F9633D5}"/>
              </a:ext>
            </a:extLst>
          </p:cNvPr>
          <p:cNvSpPr>
            <a:spLocks noGrp="1"/>
          </p:cNvSpPr>
          <p:nvPr>
            <p:ph type="title" hasCustomPrompt="1"/>
          </p:nvPr>
        </p:nvSpPr>
        <p:spPr>
          <a:xfrm>
            <a:off x="675006" y="833305"/>
            <a:ext cx="6939819" cy="654816"/>
          </a:xfrm>
          <a:prstGeom prst="rect">
            <a:avLst/>
          </a:prstGeom>
        </p:spPr>
        <p:txBody>
          <a:bodyPr lIns="0" tIns="0" rIns="0" bIns="0" anchor="ctr"/>
          <a:lstStyle>
            <a:lvl1pPr>
              <a:defRPr b="1" i="0" spc="-100" baseline="0">
                <a:solidFill>
                  <a:srgbClr val="0F3D51"/>
                </a:solidFill>
                <a:latin typeface="+mj-lt"/>
              </a:defRPr>
            </a:lvl1pPr>
          </a:lstStyle>
          <a:p>
            <a:r>
              <a:rPr lang="en-US" noProof="0" dirty="0" err="1"/>
              <a:t>Firstname</a:t>
            </a:r>
            <a:r>
              <a:rPr lang="en-US" noProof="0" dirty="0"/>
              <a:t> </a:t>
            </a:r>
            <a:r>
              <a:rPr lang="en-US" noProof="0" dirty="0" err="1"/>
              <a:t>Lastname</a:t>
            </a:r>
            <a:endParaRPr lang="en-GB"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2" name="Content Placeholder 6">
            <a:extLst>
              <a:ext uri="{FF2B5EF4-FFF2-40B4-BE49-F238E27FC236}">
                <a16:creationId xmlns:a16="http://schemas.microsoft.com/office/drawing/2014/main" id="{684ADAB4-1142-8B89-8C28-723A14B5BFA9}"/>
              </a:ext>
            </a:extLst>
          </p:cNvPr>
          <p:cNvSpPr>
            <a:spLocks noGrp="1"/>
          </p:cNvSpPr>
          <p:nvPr>
            <p:ph sz="quarter" idx="10" hasCustomPrompt="1"/>
          </p:nvPr>
        </p:nvSpPr>
        <p:spPr>
          <a:xfrm>
            <a:off x="695325" y="1467159"/>
            <a:ext cx="4151225"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Descriptive title / role</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3" name="Text Placeholder 2">
            <a:extLst>
              <a:ext uri="{FF2B5EF4-FFF2-40B4-BE49-F238E27FC236}">
                <a16:creationId xmlns:a16="http://schemas.microsoft.com/office/drawing/2014/main" id="{C8385A5A-D5A8-A51E-30C4-C4F7F7D89FCA}"/>
              </a:ext>
            </a:extLst>
          </p:cNvPr>
          <p:cNvSpPr>
            <a:spLocks noGrp="1"/>
          </p:cNvSpPr>
          <p:nvPr>
            <p:ph type="body" sz="quarter" idx="29" hasCustomPrompt="1"/>
          </p:nvPr>
        </p:nvSpPr>
        <p:spPr>
          <a:xfrm>
            <a:off x="697865" y="2303914"/>
            <a:ext cx="4151225" cy="3940888"/>
          </a:xfrm>
          <a:prstGeom prst="rect">
            <a:avLst/>
          </a:prstGeom>
        </p:spPr>
        <p:txBody>
          <a:bodyPr lIns="0" tIns="0" rIns="0" bIns="0"/>
          <a:lstStyle>
            <a:lvl1pPr marL="0" indent="0">
              <a:lnSpc>
                <a:spcPct val="105000"/>
              </a:lnSpc>
              <a:buNone/>
              <a:tabLst/>
              <a:defRPr sz="1200"/>
            </a:lvl1pPr>
            <a:lvl2pPr marL="271463" indent="-93663">
              <a:tabLst/>
              <a:defRPr sz="1100"/>
            </a:lvl2pPr>
          </a:lstStyle>
          <a:p>
            <a:pPr lvl="0"/>
            <a:r>
              <a:rPr lang="en-GB" dirty="0"/>
              <a:t>PEOPLE DON’T READ LONG TEXTS – KEEP THIS SHORT AND TO THE POINT! MUST FIT IN THIS BOX IN SIZE 12 FONT. Start with a short intro about why the person is suitable for the project/task at hand. Only mention the essential traits and/or experience/expertise relevant to this opportunity. The rest can be seen in the lists to the right. (ENTER - NEW PARAGRAPH) Then, a short general introduction about the person: Areas of interest &amp; expertise, matters the person is passionate about, special skills or traits.. (NOTE, don’t duplicate all stuff listed to the right in relevant skills list) (ENTER - NEW PARAGRAPH) Short character description; what kind of person, what qualities does the person bring to the team, can be both personality traits like positivity or being organised etc, and/or more expertise or experience related.</a:t>
            </a:r>
          </a:p>
        </p:txBody>
      </p:sp>
      <p:sp>
        <p:nvSpPr>
          <p:cNvPr id="16" name="Text Placeholder 2">
            <a:extLst>
              <a:ext uri="{FF2B5EF4-FFF2-40B4-BE49-F238E27FC236}">
                <a16:creationId xmlns:a16="http://schemas.microsoft.com/office/drawing/2014/main" id="{18319B84-6EF4-65F0-63C8-70E85E0DF537}"/>
              </a:ext>
            </a:extLst>
          </p:cNvPr>
          <p:cNvSpPr>
            <a:spLocks noGrp="1"/>
          </p:cNvSpPr>
          <p:nvPr>
            <p:ph type="body" sz="quarter" idx="28" hasCustomPrompt="1"/>
          </p:nvPr>
        </p:nvSpPr>
        <p:spPr>
          <a:xfrm>
            <a:off x="5348167" y="1521140"/>
            <a:ext cx="2901990" cy="230459"/>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marL="0" marR="0" lvl="0" indent="0" algn="l" defTabSz="914400" rtl="0" eaLnBrk="1" fontAlgn="auto" latinLnBrk="0" hangingPunct="1">
              <a:lnSpc>
                <a:spcPct val="100000"/>
              </a:lnSpc>
              <a:spcBef>
                <a:spcPts val="1000"/>
              </a:spcBef>
              <a:spcAft>
                <a:spcPts val="0"/>
              </a:spcAft>
              <a:buClr>
                <a:srgbClr val="F7673B"/>
              </a:buClr>
              <a:buSzTx/>
              <a:buFont typeface="Arial" panose="020B0604020202020204" pitchFamily="34" charset="0"/>
              <a:buNone/>
              <a:tabLst/>
              <a:defRPr/>
            </a:pPr>
            <a:r>
              <a:rPr lang="en-GB" dirty="0"/>
              <a:t>PROJECT HIGHLIGHTS</a:t>
            </a:r>
          </a:p>
        </p:txBody>
      </p:sp>
      <p:sp>
        <p:nvSpPr>
          <p:cNvPr id="15" name="Text Placeholder 2">
            <a:extLst>
              <a:ext uri="{FF2B5EF4-FFF2-40B4-BE49-F238E27FC236}">
                <a16:creationId xmlns:a16="http://schemas.microsoft.com/office/drawing/2014/main" id="{6A701E40-16AB-6713-6D1B-A6AB1E082A96}"/>
              </a:ext>
            </a:extLst>
          </p:cNvPr>
          <p:cNvSpPr>
            <a:spLocks noGrp="1"/>
          </p:cNvSpPr>
          <p:nvPr>
            <p:ph type="body" sz="quarter" idx="31" hasCustomPrompt="1"/>
          </p:nvPr>
        </p:nvSpPr>
        <p:spPr>
          <a:xfrm>
            <a:off x="5348167" y="3385782"/>
            <a:ext cx="2901990" cy="242633"/>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marL="0" marR="0" lvl="0" indent="0" algn="l" defTabSz="914400" rtl="0" eaLnBrk="1" fontAlgn="auto" latinLnBrk="0" hangingPunct="1">
              <a:lnSpc>
                <a:spcPct val="100000"/>
              </a:lnSpc>
              <a:spcBef>
                <a:spcPts val="1000"/>
              </a:spcBef>
              <a:spcAft>
                <a:spcPts val="0"/>
              </a:spcAft>
              <a:buClr>
                <a:srgbClr val="F7673B"/>
              </a:buClr>
              <a:buSzTx/>
              <a:buFont typeface="Arial" panose="020B0604020202020204" pitchFamily="34" charset="0"/>
              <a:buNone/>
              <a:tabLst/>
              <a:defRPr/>
            </a:pPr>
            <a:r>
              <a:rPr lang="en-GB" dirty="0"/>
              <a:t>RELEVANT SKILLS &amp; EXPERTISE</a:t>
            </a:r>
          </a:p>
        </p:txBody>
      </p:sp>
      <p:sp>
        <p:nvSpPr>
          <p:cNvPr id="18" name="Text Placeholder 2">
            <a:extLst>
              <a:ext uri="{FF2B5EF4-FFF2-40B4-BE49-F238E27FC236}">
                <a16:creationId xmlns:a16="http://schemas.microsoft.com/office/drawing/2014/main" id="{1D181952-C27F-BC1D-C2E4-EB108D6B23C5}"/>
              </a:ext>
            </a:extLst>
          </p:cNvPr>
          <p:cNvSpPr>
            <a:spLocks noGrp="1"/>
          </p:cNvSpPr>
          <p:nvPr>
            <p:ph type="body" sz="quarter" idx="33" hasCustomPrompt="1"/>
          </p:nvPr>
        </p:nvSpPr>
        <p:spPr>
          <a:xfrm>
            <a:off x="8528010" y="3385782"/>
            <a:ext cx="2901990" cy="242633"/>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WORK HISTORY</a:t>
            </a:r>
          </a:p>
        </p:txBody>
      </p:sp>
      <p:sp>
        <p:nvSpPr>
          <p:cNvPr id="17" name="Text Placeholder 2">
            <a:extLst>
              <a:ext uri="{FF2B5EF4-FFF2-40B4-BE49-F238E27FC236}">
                <a16:creationId xmlns:a16="http://schemas.microsoft.com/office/drawing/2014/main" id="{E262B487-EE26-7793-7BE2-1BB870E99539}"/>
              </a:ext>
            </a:extLst>
          </p:cNvPr>
          <p:cNvSpPr>
            <a:spLocks noGrp="1"/>
          </p:cNvSpPr>
          <p:nvPr>
            <p:ph type="body" sz="quarter" idx="32" hasCustomPrompt="1"/>
          </p:nvPr>
        </p:nvSpPr>
        <p:spPr>
          <a:xfrm>
            <a:off x="8528010" y="3616242"/>
            <a:ext cx="2901990" cy="1222458"/>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Company Name – Title Description (mm/</a:t>
            </a:r>
            <a:r>
              <a:rPr lang="en-GB" dirty="0" err="1"/>
              <a:t>yy</a:t>
            </a:r>
            <a:r>
              <a:rPr lang="en-GB" dirty="0"/>
              <a:t>-mm/</a:t>
            </a:r>
            <a:r>
              <a:rPr lang="en-GB" dirty="0" err="1"/>
              <a:t>yy</a:t>
            </a:r>
            <a:r>
              <a:rPr lang="en-GB" dirty="0"/>
              <a:t>)</a:t>
            </a:r>
          </a:p>
        </p:txBody>
      </p:sp>
      <p:sp>
        <p:nvSpPr>
          <p:cNvPr id="6" name="Picture Placeholder 2">
            <a:extLst>
              <a:ext uri="{FF2B5EF4-FFF2-40B4-BE49-F238E27FC236}">
                <a16:creationId xmlns:a16="http://schemas.microsoft.com/office/drawing/2014/main" id="{3072ECB6-86CF-EA81-C52B-C2DEE994EB07}"/>
              </a:ext>
            </a:extLst>
          </p:cNvPr>
          <p:cNvSpPr>
            <a:spLocks noGrp="1"/>
          </p:cNvSpPr>
          <p:nvPr>
            <p:ph type="pic" sz="quarter" idx="27" hasCustomPrompt="1"/>
          </p:nvPr>
        </p:nvSpPr>
        <p:spPr>
          <a:xfrm>
            <a:off x="8344391" y="600004"/>
            <a:ext cx="2782590" cy="2592760"/>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anchor="ctr"/>
          <a:lstStyle>
            <a:lvl1pPr marL="0" indent="0" algn="ctr">
              <a:buNone/>
              <a:defRPr/>
            </a:lvl1pPr>
          </a:lstStyle>
          <a:p>
            <a:r>
              <a:rPr lang="en-GB" dirty="0"/>
              <a:t>I</a:t>
            </a:r>
            <a:r>
              <a:rPr lang="en-FI" dirty="0"/>
              <a:t>nsert profile image</a:t>
            </a:r>
            <a:br>
              <a:rPr lang="en-FI" dirty="0"/>
            </a:br>
            <a:r>
              <a:rPr lang="en-FI" dirty="0"/>
              <a:t>A professional, but </a:t>
            </a:r>
            <a:br>
              <a:rPr lang="en-FI" dirty="0"/>
            </a:br>
            <a:r>
              <a:rPr lang="en-FI" dirty="0"/>
              <a:t>sympathetic picture </a:t>
            </a:r>
            <a:br>
              <a:rPr lang="en-FI" dirty="0"/>
            </a:br>
            <a:r>
              <a:rPr lang="en-FI" dirty="0"/>
              <a:t>– a nice person to work with.</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Text Placeholder 2">
            <a:extLst>
              <a:ext uri="{FF2B5EF4-FFF2-40B4-BE49-F238E27FC236}">
                <a16:creationId xmlns:a16="http://schemas.microsoft.com/office/drawing/2014/main" id="{C8FDF982-5B29-7CF3-4056-A0CB940099D3}"/>
              </a:ext>
            </a:extLst>
          </p:cNvPr>
          <p:cNvSpPr>
            <a:spLocks noGrp="1"/>
          </p:cNvSpPr>
          <p:nvPr>
            <p:ph type="body" sz="quarter" idx="34" hasCustomPrompt="1"/>
          </p:nvPr>
        </p:nvSpPr>
        <p:spPr>
          <a:xfrm>
            <a:off x="8528010" y="4891760"/>
            <a:ext cx="2901990" cy="230459"/>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EDUCATION &amp; CERTIFICATES</a:t>
            </a:r>
          </a:p>
        </p:txBody>
      </p:sp>
      <p:sp>
        <p:nvSpPr>
          <p:cNvPr id="11" name="Text Placeholder 2">
            <a:extLst>
              <a:ext uri="{FF2B5EF4-FFF2-40B4-BE49-F238E27FC236}">
                <a16:creationId xmlns:a16="http://schemas.microsoft.com/office/drawing/2014/main" id="{AB359ECA-E99B-F6B0-392D-A6A498669E55}"/>
              </a:ext>
            </a:extLst>
          </p:cNvPr>
          <p:cNvSpPr>
            <a:spLocks noGrp="1"/>
          </p:cNvSpPr>
          <p:nvPr>
            <p:ph type="body" sz="quarter" idx="36" hasCustomPrompt="1"/>
          </p:nvPr>
        </p:nvSpPr>
        <p:spPr>
          <a:xfrm>
            <a:off x="5353010" y="1749342"/>
            <a:ext cx="2901990" cy="1443422"/>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Company Name – Project description</a:t>
            </a:r>
          </a:p>
        </p:txBody>
      </p:sp>
      <p:sp>
        <p:nvSpPr>
          <p:cNvPr id="19" name="Text Placeholder 2">
            <a:extLst>
              <a:ext uri="{FF2B5EF4-FFF2-40B4-BE49-F238E27FC236}">
                <a16:creationId xmlns:a16="http://schemas.microsoft.com/office/drawing/2014/main" id="{3C2A3E39-5628-BC99-4C7D-08C0D03345C6}"/>
              </a:ext>
            </a:extLst>
          </p:cNvPr>
          <p:cNvSpPr>
            <a:spLocks noGrp="1"/>
          </p:cNvSpPr>
          <p:nvPr>
            <p:ph type="body" sz="quarter" idx="37" hasCustomPrompt="1"/>
          </p:nvPr>
        </p:nvSpPr>
        <p:spPr>
          <a:xfrm>
            <a:off x="5346660" y="3616242"/>
            <a:ext cx="2901990" cy="2606788"/>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Relevant tech stacks, subject matter expertise, professional strengths etc. One bullet per. But combine tech stuff per category, e.g. Frontend: Angular, AngularJS, React​</a:t>
            </a:r>
          </a:p>
        </p:txBody>
      </p:sp>
      <p:sp>
        <p:nvSpPr>
          <p:cNvPr id="20" name="Text Placeholder 2">
            <a:extLst>
              <a:ext uri="{FF2B5EF4-FFF2-40B4-BE49-F238E27FC236}">
                <a16:creationId xmlns:a16="http://schemas.microsoft.com/office/drawing/2014/main" id="{9A694B95-36B4-EDAC-0DED-BF56ACE5218A}"/>
              </a:ext>
            </a:extLst>
          </p:cNvPr>
          <p:cNvSpPr>
            <a:spLocks noGrp="1"/>
          </p:cNvSpPr>
          <p:nvPr>
            <p:ph type="body" sz="quarter" idx="38" hasCustomPrompt="1"/>
          </p:nvPr>
        </p:nvSpPr>
        <p:spPr>
          <a:xfrm>
            <a:off x="8528010" y="5114842"/>
            <a:ext cx="2901990" cy="1129960"/>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Degree, School (or just name of certification)</a:t>
            </a:r>
          </a:p>
        </p:txBody>
      </p:sp>
      <p:sp>
        <p:nvSpPr>
          <p:cNvPr id="3" name="Freeform: Shape 19">
            <a:extLst>
              <a:ext uri="{FF2B5EF4-FFF2-40B4-BE49-F238E27FC236}">
                <a16:creationId xmlns:a16="http://schemas.microsoft.com/office/drawing/2014/main" id="{AC0E87F3-3A4C-6355-F2C0-A686F3B8A8F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1201953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1-slider EN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F022E6D-9724-4946-9C18-63E487B1D90F}"/>
              </a:ext>
              <a:ext uri="{C183D7F6-B498-43B3-948B-1728B52AA6E4}">
                <adec:decorative xmlns:adec="http://schemas.microsoft.com/office/drawing/2017/decorative" val="1"/>
              </a:ext>
            </a:extLst>
          </p:cNvPr>
          <p:cNvSpPr/>
          <p:nvPr userDrawn="1"/>
        </p:nvSpPr>
        <p:spPr>
          <a:xfrm>
            <a:off x="0" y="2566880"/>
            <a:ext cx="12192000" cy="4302807"/>
          </a:xfrm>
          <a:prstGeom prst="rect">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9" name="Text Placeholder 18">
            <a:extLst>
              <a:ext uri="{FF2B5EF4-FFF2-40B4-BE49-F238E27FC236}">
                <a16:creationId xmlns:a16="http://schemas.microsoft.com/office/drawing/2014/main" id="{60867568-A253-1445-8EEF-7325604A5378}"/>
              </a:ext>
            </a:extLst>
          </p:cNvPr>
          <p:cNvSpPr>
            <a:spLocks noGrp="1"/>
          </p:cNvSpPr>
          <p:nvPr>
            <p:ph type="body" sz="quarter" idx="11" hasCustomPrompt="1"/>
          </p:nvPr>
        </p:nvSpPr>
        <p:spPr>
          <a:xfrm>
            <a:off x="674920" y="620712"/>
            <a:ext cx="5265821" cy="1728787"/>
          </a:xfrm>
        </p:spPr>
        <p:txBody>
          <a:bodyPr lIns="0" tIns="0" rIns="0" bIns="0" anchor="b"/>
          <a:lstStyle>
            <a:lvl1pPr marL="0" indent="0">
              <a:lnSpc>
                <a:spcPct val="90000"/>
              </a:lnSpc>
              <a:spcBef>
                <a:spcPts val="0"/>
              </a:spcBef>
              <a:buNone/>
              <a:defRPr sz="3000" b="0" i="0" spc="-50" baseline="0">
                <a:solidFill>
                  <a:schemeClr val="tx1"/>
                </a:solidFill>
                <a:latin typeface="+mj-lt"/>
              </a:defRPr>
            </a:lvl1pPr>
          </a:lstStyle>
          <a:p>
            <a:pPr lvl="0"/>
            <a:r>
              <a:rPr lang="en-GB"/>
              <a:t>Click to insert a descriptive, attention raising headline</a:t>
            </a:r>
            <a:endParaRPr lang="en-FI"/>
          </a:p>
        </p:txBody>
      </p:sp>
      <p:sp>
        <p:nvSpPr>
          <p:cNvPr id="18" name="Text Placeholder 3">
            <a:extLst>
              <a:ext uri="{FF2B5EF4-FFF2-40B4-BE49-F238E27FC236}">
                <a16:creationId xmlns:a16="http://schemas.microsoft.com/office/drawing/2014/main" id="{E545FFB3-BA8B-04AB-6C3B-468DA53037F6}"/>
              </a:ext>
            </a:extLst>
          </p:cNvPr>
          <p:cNvSpPr>
            <a:spLocks noGrp="1"/>
          </p:cNvSpPr>
          <p:nvPr>
            <p:ph type="body" sz="quarter" idx="19" hasCustomPrompt="1"/>
          </p:nvPr>
        </p:nvSpPr>
        <p:spPr>
          <a:xfrm>
            <a:off x="695326" y="341037"/>
            <a:ext cx="5265735"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INSERT CUSTOMER NAME – WRITE WITH CAPITAL LETTERS</a:t>
            </a:r>
            <a:endParaRPr lang="en-FI"/>
          </a:p>
        </p:txBody>
      </p:sp>
      <p:sp>
        <p:nvSpPr>
          <p:cNvPr id="21" name="Text Placeholder 20">
            <a:extLst>
              <a:ext uri="{FF2B5EF4-FFF2-40B4-BE49-F238E27FC236}">
                <a16:creationId xmlns:a16="http://schemas.microsoft.com/office/drawing/2014/main" id="{06554033-C9A5-5743-A1DE-520CC6DC4C3D}"/>
              </a:ext>
            </a:extLst>
          </p:cNvPr>
          <p:cNvSpPr>
            <a:spLocks noGrp="1"/>
          </p:cNvSpPr>
          <p:nvPr>
            <p:ph type="body" sz="quarter" idx="12" hasCustomPrompt="1"/>
          </p:nvPr>
        </p:nvSpPr>
        <p:spPr>
          <a:xfrm>
            <a:off x="695239" y="2788346"/>
            <a:ext cx="6325631" cy="1068387"/>
          </a:xfrm>
        </p:spPr>
        <p:txBody>
          <a:bodyPr lIns="0" tIns="0" rIns="0" bIns="0"/>
          <a:lstStyle>
            <a:lvl1pPr marL="0" indent="0">
              <a:lnSpc>
                <a:spcPct val="110000"/>
              </a:lnSpc>
              <a:buNone/>
              <a:defRPr b="0" i="0">
                <a:latin typeface="Messina Modern Book" pitchFamily="2" charset="77"/>
              </a:defRPr>
            </a:lvl1pPr>
          </a:lstStyle>
          <a:p>
            <a:pPr lvl="0"/>
            <a:r>
              <a:rPr lang="en-GB"/>
              <a:t>Click to insert short description of the case, what’s essential/interesting with what was done, achieved or discovered</a:t>
            </a:r>
            <a:endParaRPr lang="en-FI"/>
          </a:p>
        </p:txBody>
      </p:sp>
      <p:sp>
        <p:nvSpPr>
          <p:cNvPr id="26" name="TextBox 25">
            <a:extLst>
              <a:ext uri="{FF2B5EF4-FFF2-40B4-BE49-F238E27FC236}">
                <a16:creationId xmlns:a16="http://schemas.microsoft.com/office/drawing/2014/main" id="{19ADB43A-252D-F74A-8AAF-E6BD53E1D471}"/>
              </a:ext>
              <a:ext uri="{C183D7F6-B498-43B3-948B-1728B52AA6E4}">
                <adec:decorative xmlns:adec="http://schemas.microsoft.com/office/drawing/2017/decorative" val="1"/>
              </a:ext>
            </a:extLst>
          </p:cNvPr>
          <p:cNvSpPr txBox="1"/>
          <p:nvPr userDrawn="1"/>
        </p:nvSpPr>
        <p:spPr>
          <a:xfrm>
            <a:off x="11152410" y="2473604"/>
            <a:ext cx="659155" cy="1569660"/>
          </a:xfrm>
          <a:prstGeom prst="rect">
            <a:avLst/>
          </a:prstGeom>
          <a:noFill/>
        </p:spPr>
        <p:txBody>
          <a:bodyPr wrap="none" rtlCol="0">
            <a:spAutoFit/>
          </a:bodyPr>
          <a:lstStyle/>
          <a:p>
            <a:r>
              <a:rPr lang="en-GB" sz="9600">
                <a:solidFill>
                  <a:schemeClr val="bg2">
                    <a:lumMod val="50000"/>
                  </a:schemeClr>
                </a:solidFill>
                <a:latin typeface="+mj-lt"/>
              </a:rPr>
              <a:t>”</a:t>
            </a:r>
            <a:endParaRPr lang="en-FI" sz="9600">
              <a:latin typeface="+mj-lt"/>
            </a:endParaRPr>
          </a:p>
        </p:txBody>
      </p:sp>
      <p:sp>
        <p:nvSpPr>
          <p:cNvPr id="25" name="Text Placeholder 24">
            <a:extLst>
              <a:ext uri="{FF2B5EF4-FFF2-40B4-BE49-F238E27FC236}">
                <a16:creationId xmlns:a16="http://schemas.microsoft.com/office/drawing/2014/main" id="{58131353-A41F-FB4F-B737-E4C7FF9C6A27}"/>
              </a:ext>
            </a:extLst>
          </p:cNvPr>
          <p:cNvSpPr>
            <a:spLocks noGrp="1"/>
          </p:cNvSpPr>
          <p:nvPr>
            <p:ph type="body" sz="quarter" idx="14" hasCustomPrompt="1"/>
          </p:nvPr>
        </p:nvSpPr>
        <p:spPr>
          <a:xfrm>
            <a:off x="7896226" y="2805831"/>
            <a:ext cx="3132924" cy="947108"/>
          </a:xfrm>
        </p:spPr>
        <p:txBody>
          <a:bodyPr lIns="0" tIns="0" rIns="0" bIns="0"/>
          <a:lstStyle>
            <a:lvl1pPr marL="0" indent="0">
              <a:lnSpc>
                <a:spcPct val="105000"/>
              </a:lnSpc>
              <a:buNone/>
              <a:defRPr sz="1100" baseline="0">
                <a:solidFill>
                  <a:schemeClr val="tx2"/>
                </a:solidFill>
                <a:latin typeface="+mn-lt"/>
              </a:defRPr>
            </a:lvl1pPr>
          </a:lstStyle>
          <a:p>
            <a:pPr lvl="0"/>
            <a:r>
              <a:rPr lang="en-GB"/>
              <a:t>Insert praising or nice quote from customer or team member that fits on maximum 4 rows of text this size. </a:t>
            </a:r>
            <a:endParaRPr lang="en-FI"/>
          </a:p>
        </p:txBody>
      </p:sp>
      <p:sp>
        <p:nvSpPr>
          <p:cNvPr id="28" name="Text Placeholder 27">
            <a:extLst>
              <a:ext uri="{FF2B5EF4-FFF2-40B4-BE49-F238E27FC236}">
                <a16:creationId xmlns:a16="http://schemas.microsoft.com/office/drawing/2014/main" id="{E6DEBC82-5BE4-044D-B262-9D83726F6875}"/>
              </a:ext>
            </a:extLst>
          </p:cNvPr>
          <p:cNvSpPr>
            <a:spLocks noGrp="1"/>
          </p:cNvSpPr>
          <p:nvPr>
            <p:ph type="body" sz="quarter" idx="15" hasCustomPrompt="1"/>
          </p:nvPr>
        </p:nvSpPr>
        <p:spPr>
          <a:xfrm>
            <a:off x="7898718" y="3752938"/>
            <a:ext cx="3383778" cy="138581"/>
          </a:xfrm>
        </p:spPr>
        <p:txBody>
          <a:bodyPr lIns="0" tIns="0" rIns="0" bIns="0"/>
          <a:lstStyle>
            <a:lvl1pPr marL="0" indent="0">
              <a:spcBef>
                <a:spcPts val="0"/>
              </a:spcBef>
              <a:buNone/>
              <a:defRPr sz="800" b="0" i="0" spc="0">
                <a:solidFill>
                  <a:schemeClr val="tx2"/>
                </a:solidFill>
                <a:latin typeface="+mn-lt"/>
              </a:defRPr>
            </a:lvl1pPr>
          </a:lstStyle>
          <a:p>
            <a:pPr lvl="0"/>
            <a:r>
              <a:rPr lang="en-GB" dirty="0"/>
              <a:t>FIRSTNAME LASTNAME /  TITLE IF RELEVANT</a:t>
            </a:r>
            <a:endParaRPr lang="en-FI" dirty="0"/>
          </a:p>
        </p:txBody>
      </p:sp>
      <p:sp>
        <p:nvSpPr>
          <p:cNvPr id="35" name="Text Placeholder 34">
            <a:extLst>
              <a:ext uri="{FF2B5EF4-FFF2-40B4-BE49-F238E27FC236}">
                <a16:creationId xmlns:a16="http://schemas.microsoft.com/office/drawing/2014/main" id="{DCA457F7-3488-7148-8F40-15B65AE58894}"/>
              </a:ext>
            </a:extLst>
          </p:cNvPr>
          <p:cNvSpPr>
            <a:spLocks noGrp="1"/>
          </p:cNvSpPr>
          <p:nvPr>
            <p:ph type="body" sz="quarter" idx="16" hasCustomPrompt="1"/>
          </p:nvPr>
        </p:nvSpPr>
        <p:spPr>
          <a:xfrm>
            <a:off x="695239" y="4450739"/>
            <a:ext cx="3383779" cy="1786036"/>
          </a:xfrm>
        </p:spPr>
        <p:txBody>
          <a:bodyPr lIns="0" tIns="0" rIns="0" bIns="0"/>
          <a:lstStyle>
            <a:lvl1pPr marL="0" indent="0">
              <a:lnSpc>
                <a:spcPct val="110000"/>
              </a:lnSpc>
              <a:spcBef>
                <a:spcPts val="0"/>
              </a:spcBef>
              <a:buNone/>
              <a:defRPr sz="1200" b="0" i="0">
                <a:latin typeface="+mn-lt"/>
              </a:defRPr>
            </a:lvl1pPr>
          </a:lstStyle>
          <a:p>
            <a:pPr lvl="0"/>
            <a:r>
              <a:rPr lang="en-GB" dirty="0"/>
              <a:t>Describe the starting scenario - what was the problem or challenge the project set out to solve? Or, explain the objectives for it, what kind of change needed to happen for what reasons? Must fit in this text-box in size 12.</a:t>
            </a:r>
            <a:endParaRPr lang="en-FI" dirty="0"/>
          </a:p>
        </p:txBody>
      </p:sp>
      <p:sp>
        <p:nvSpPr>
          <p:cNvPr id="36" name="Text Placeholder 34">
            <a:extLst>
              <a:ext uri="{FF2B5EF4-FFF2-40B4-BE49-F238E27FC236}">
                <a16:creationId xmlns:a16="http://schemas.microsoft.com/office/drawing/2014/main" id="{5C782247-C770-0648-94FC-8226576C0F85}"/>
              </a:ext>
            </a:extLst>
          </p:cNvPr>
          <p:cNvSpPr>
            <a:spLocks noGrp="1"/>
          </p:cNvSpPr>
          <p:nvPr>
            <p:ph type="body" sz="quarter" idx="17" hasCustomPrompt="1"/>
          </p:nvPr>
        </p:nvSpPr>
        <p:spPr>
          <a:xfrm>
            <a:off x="4304470" y="4450739"/>
            <a:ext cx="3383778" cy="1786036"/>
          </a:xfrm>
        </p:spPr>
        <p:txBody>
          <a:bodyPr lIns="0" tIns="0" rIns="0" bIns="0"/>
          <a:lstStyle>
            <a:lvl1pPr marL="0" indent="0">
              <a:lnSpc>
                <a:spcPct val="110000"/>
              </a:lnSpc>
              <a:spcBef>
                <a:spcPts val="0"/>
              </a:spcBef>
              <a:buNone/>
              <a:defRPr sz="1200" b="0" i="0">
                <a:latin typeface="+mn-lt"/>
              </a:defRPr>
            </a:lvl1pPr>
          </a:lstStyle>
          <a:p>
            <a:pPr lvl="0"/>
            <a:r>
              <a:rPr lang="en-GB" dirty="0"/>
              <a:t>How did we approach the challenge? What process or methodologies were used / what obstacles did we need to overcome / any significant insights relating to end users for ex? / something else interesting on how we went about it or came to conclusions? Must fit in this text-box in size 12.</a:t>
            </a:r>
            <a:endParaRPr lang="en-FI" dirty="0"/>
          </a:p>
        </p:txBody>
      </p:sp>
      <p:sp>
        <p:nvSpPr>
          <p:cNvPr id="37" name="Text Placeholder 34">
            <a:extLst>
              <a:ext uri="{FF2B5EF4-FFF2-40B4-BE49-F238E27FC236}">
                <a16:creationId xmlns:a16="http://schemas.microsoft.com/office/drawing/2014/main" id="{5DD30A26-BDB0-4646-9380-2367756F9B4F}"/>
              </a:ext>
            </a:extLst>
          </p:cNvPr>
          <p:cNvSpPr>
            <a:spLocks noGrp="1"/>
          </p:cNvSpPr>
          <p:nvPr>
            <p:ph type="body" sz="quarter" idx="18" hasCustomPrompt="1"/>
          </p:nvPr>
        </p:nvSpPr>
        <p:spPr>
          <a:xfrm>
            <a:off x="7900335" y="4450739"/>
            <a:ext cx="3454128" cy="1786036"/>
          </a:xfrm>
        </p:spPr>
        <p:txBody>
          <a:bodyPr lIns="0" tIns="0" rIns="0" bIns="0"/>
          <a:lstStyle>
            <a:lvl1pPr marL="0" indent="0">
              <a:lnSpc>
                <a:spcPct val="110000"/>
              </a:lnSpc>
              <a:spcBef>
                <a:spcPts val="0"/>
              </a:spcBef>
              <a:buNone/>
              <a:defRPr sz="1200" b="0" i="0">
                <a:latin typeface="+mn-lt"/>
              </a:defRPr>
            </a:lvl1pPr>
          </a:lstStyle>
          <a:p>
            <a:pPr lvl="0"/>
            <a:r>
              <a:rPr lang="en-GB" dirty="0"/>
              <a:t>What was the outcome? A concept, strategy, new service, digital solution etc? What value and/or positive impact did our work produce for our client and/or end-users of the outcome? Must fit in this text-box in size 12.</a:t>
            </a:r>
            <a:endParaRPr lang="en-FI" dirty="0"/>
          </a:p>
        </p:txBody>
      </p:sp>
      <p:sp>
        <p:nvSpPr>
          <p:cNvPr id="23" name="Text Placeholder 22">
            <a:extLst>
              <a:ext uri="{FF2B5EF4-FFF2-40B4-BE49-F238E27FC236}">
                <a16:creationId xmlns:a16="http://schemas.microsoft.com/office/drawing/2014/main" id="{998B876E-D113-314D-8009-72F81B679B65}"/>
              </a:ext>
            </a:extLst>
          </p:cNvPr>
          <p:cNvSpPr>
            <a:spLocks noGrp="1"/>
          </p:cNvSpPr>
          <p:nvPr>
            <p:ph type="body" sz="quarter" idx="13" hasCustomPrompt="1"/>
          </p:nvPr>
        </p:nvSpPr>
        <p:spPr>
          <a:xfrm>
            <a:off x="9696450" y="565150"/>
            <a:ext cx="2217820" cy="1784350"/>
          </a:xfrm>
        </p:spPr>
        <p:txBody>
          <a:bodyPr anchor="b"/>
          <a:lstStyle>
            <a:lvl1pPr marL="95250" indent="-95250">
              <a:spcBef>
                <a:spcPts val="0"/>
              </a:spcBef>
              <a:spcAft>
                <a:spcPts val="800"/>
              </a:spcAft>
              <a:tabLst/>
              <a:defRPr sz="1000" b="0" i="0">
                <a:latin typeface="+mn-lt"/>
              </a:defRPr>
            </a:lvl1pPr>
          </a:lstStyle>
          <a:p>
            <a:pPr lvl="0"/>
            <a:r>
              <a:rPr lang="en-GB"/>
              <a:t>What capabilities/skills was used in the project? Align bottom</a:t>
            </a:r>
            <a:endParaRPr lang="en-FI"/>
          </a:p>
        </p:txBody>
      </p:sp>
      <p:sp>
        <p:nvSpPr>
          <p:cNvPr id="5" name="Picture Placeholder 4">
            <a:extLst>
              <a:ext uri="{FF2B5EF4-FFF2-40B4-BE49-F238E27FC236}">
                <a16:creationId xmlns:a16="http://schemas.microsoft.com/office/drawing/2014/main" id="{B5A0FB53-D0A4-8B15-D962-3A54D25570EA}"/>
              </a:ext>
            </a:extLst>
          </p:cNvPr>
          <p:cNvSpPr>
            <a:spLocks noGrp="1"/>
          </p:cNvSpPr>
          <p:nvPr>
            <p:ph type="pic" sz="quarter" idx="22" hasCustomPrompt="1"/>
          </p:nvPr>
        </p:nvSpPr>
        <p:spPr>
          <a:xfrm>
            <a:off x="6302086" y="-89"/>
            <a:ext cx="3192463" cy="2550212"/>
          </a:xfrm>
          <a:prstGeom prst="rect">
            <a:avLst/>
          </a:prstGeom>
          <a:solidFill>
            <a:schemeClr val="bg2"/>
          </a:solidFill>
        </p:spPr>
        <p:txBody>
          <a:bodyPr anchor="ctr"/>
          <a:lstStyle>
            <a:lvl1pPr marL="0" indent="0" algn="ctr">
              <a:buNone/>
              <a:defRPr/>
            </a:lvl1pPr>
          </a:lstStyle>
          <a:p>
            <a:r>
              <a:rPr lang="en-FI"/>
              <a:t>Insert image</a:t>
            </a:r>
            <a:br>
              <a:rPr lang="en-FI"/>
            </a:br>
            <a:br>
              <a:rPr lang="en-FI"/>
            </a:br>
            <a:endParaRPr lang="en-FI"/>
          </a:p>
        </p:txBody>
      </p:sp>
      <p:pic>
        <p:nvPicPr>
          <p:cNvPr id="20" name="Graphic 19">
            <a:extLst>
              <a:ext uri="{FF2B5EF4-FFF2-40B4-BE49-F238E27FC236}">
                <a16:creationId xmlns:a16="http://schemas.microsoft.com/office/drawing/2014/main" id="{A3BBB045-17EA-3D18-6891-E8058A744F4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2" name="Freeform: Shape 19">
            <a:extLst>
              <a:ext uri="{FF2B5EF4-FFF2-40B4-BE49-F238E27FC236}">
                <a16:creationId xmlns:a16="http://schemas.microsoft.com/office/drawing/2014/main" id="{39377363-8EC2-0559-5620-E8652C1ADC1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solidFill>
          <a:ln w="2617" cap="flat">
            <a:noFill/>
            <a:prstDash val="solid"/>
            <a:miter/>
          </a:ln>
        </p:spPr>
        <p:txBody>
          <a:bodyPr rtlCol="0" anchor="ctr"/>
          <a:lstStyle/>
          <a:p>
            <a:endParaRPr lang="en-FI" sz="1351">
              <a:latin typeface="Cadiz Book" panose="00000500000000000000" pitchFamily="50" charset="0"/>
            </a:endParaRPr>
          </a:p>
        </p:txBody>
      </p:sp>
      <p:sp>
        <p:nvSpPr>
          <p:cNvPr id="4" name="Slide Number Placeholder 3">
            <a:extLst>
              <a:ext uri="{FF2B5EF4-FFF2-40B4-BE49-F238E27FC236}">
                <a16:creationId xmlns:a16="http://schemas.microsoft.com/office/drawing/2014/main" id="{28651988-458C-7A7B-1D6B-15264573C984}"/>
              </a:ext>
            </a:extLst>
          </p:cNvPr>
          <p:cNvSpPr>
            <a:spLocks noGrp="1"/>
          </p:cNvSpPr>
          <p:nvPr>
            <p:ph type="sldNum" sz="quarter" idx="21"/>
          </p:nvPr>
        </p:nvSpPr>
        <p:spPr/>
        <p:txBody>
          <a:bodyPr/>
          <a:lstStyle/>
          <a:p>
            <a:fld id="{B64FCF4A-2F3F-4397-9C44-D2344643394B}" type="slidenum">
              <a:rPr lang="fi-FI" smtClean="0"/>
              <a:pPr/>
              <a:t>‹#›</a:t>
            </a:fld>
            <a:endParaRPr lang="fi-FI"/>
          </a:p>
        </p:txBody>
      </p:sp>
      <p:sp>
        <p:nvSpPr>
          <p:cNvPr id="8" name="Text Placeholder 7">
            <a:extLst>
              <a:ext uri="{FF2B5EF4-FFF2-40B4-BE49-F238E27FC236}">
                <a16:creationId xmlns:a16="http://schemas.microsoft.com/office/drawing/2014/main" id="{9EA99C6C-595D-6555-7678-286917917835}"/>
              </a:ext>
            </a:extLst>
          </p:cNvPr>
          <p:cNvSpPr>
            <a:spLocks noGrp="1"/>
          </p:cNvSpPr>
          <p:nvPr>
            <p:ph type="body" sz="quarter" idx="23" hasCustomPrompt="1"/>
          </p:nvPr>
        </p:nvSpPr>
        <p:spPr>
          <a:xfrm>
            <a:off x="693737" y="4181844"/>
            <a:ext cx="3383779" cy="226084"/>
          </a:xfrm>
        </p:spPr>
        <p:txBody>
          <a:bodyPr/>
          <a:lstStyle>
            <a:lvl1pPr marL="7937" indent="0">
              <a:buNone/>
              <a:defRPr sz="1000" cap="all" spc="50" baseline="0">
                <a:solidFill>
                  <a:schemeClr val="accent1"/>
                </a:solidFill>
                <a:latin typeface="Cadiz SemiBold" pitchFamily="2" charset="77"/>
              </a:defRPr>
            </a:lvl1pPr>
          </a:lstStyle>
          <a:p>
            <a:pPr lvl="0"/>
            <a:r>
              <a:rPr lang="en-GB" dirty="0"/>
              <a:t>Challenge / objective</a:t>
            </a:r>
            <a:endParaRPr lang="en-FI" dirty="0"/>
          </a:p>
        </p:txBody>
      </p:sp>
      <p:sp>
        <p:nvSpPr>
          <p:cNvPr id="9" name="Text Placeholder 7">
            <a:extLst>
              <a:ext uri="{FF2B5EF4-FFF2-40B4-BE49-F238E27FC236}">
                <a16:creationId xmlns:a16="http://schemas.microsoft.com/office/drawing/2014/main" id="{7E02B98F-62E7-4502-D77B-892D4DCAFB9E}"/>
              </a:ext>
            </a:extLst>
          </p:cNvPr>
          <p:cNvSpPr>
            <a:spLocks noGrp="1"/>
          </p:cNvSpPr>
          <p:nvPr>
            <p:ph type="body" sz="quarter" idx="24" hasCustomPrompt="1"/>
          </p:nvPr>
        </p:nvSpPr>
        <p:spPr>
          <a:xfrm>
            <a:off x="4309004" y="4181844"/>
            <a:ext cx="3383779" cy="226084"/>
          </a:xfrm>
        </p:spPr>
        <p:txBody>
          <a:bodyPr/>
          <a:lstStyle>
            <a:lvl1pPr marL="7937" indent="0">
              <a:buNone/>
              <a:defRPr sz="1000" cap="all" spc="50" baseline="0">
                <a:solidFill>
                  <a:schemeClr val="accent1"/>
                </a:solidFill>
                <a:latin typeface="Cadiz SemiBold" pitchFamily="2" charset="77"/>
              </a:defRPr>
            </a:lvl1pPr>
          </a:lstStyle>
          <a:p>
            <a:pPr lvl="0"/>
            <a:r>
              <a:rPr lang="en-GB" dirty="0"/>
              <a:t>approach</a:t>
            </a:r>
            <a:endParaRPr lang="en-FI" dirty="0"/>
          </a:p>
        </p:txBody>
      </p:sp>
      <p:sp>
        <p:nvSpPr>
          <p:cNvPr id="10" name="Text Placeholder 7">
            <a:extLst>
              <a:ext uri="{FF2B5EF4-FFF2-40B4-BE49-F238E27FC236}">
                <a16:creationId xmlns:a16="http://schemas.microsoft.com/office/drawing/2014/main" id="{49B91E11-B420-AF5C-F5E4-BA603DDDC994}"/>
              </a:ext>
            </a:extLst>
          </p:cNvPr>
          <p:cNvSpPr>
            <a:spLocks noGrp="1"/>
          </p:cNvSpPr>
          <p:nvPr>
            <p:ph type="body" sz="quarter" idx="25" hasCustomPrompt="1"/>
          </p:nvPr>
        </p:nvSpPr>
        <p:spPr>
          <a:xfrm>
            <a:off x="7907337" y="4181844"/>
            <a:ext cx="3383779" cy="226084"/>
          </a:xfrm>
        </p:spPr>
        <p:txBody>
          <a:bodyPr/>
          <a:lstStyle>
            <a:lvl1pPr marL="7937" indent="0">
              <a:buNone/>
              <a:defRPr sz="1000" cap="all" spc="50" baseline="0">
                <a:solidFill>
                  <a:schemeClr val="accent1"/>
                </a:solidFill>
                <a:latin typeface="Cadiz SemiBold" pitchFamily="2" charset="77"/>
              </a:defRPr>
            </a:lvl1pPr>
          </a:lstStyle>
          <a:p>
            <a:pPr lvl="0"/>
            <a:r>
              <a:rPr lang="en-GB" dirty="0"/>
              <a:t>Outcome / results</a:t>
            </a:r>
            <a:endParaRPr lang="en-FI" dirty="0"/>
          </a:p>
        </p:txBody>
      </p:sp>
    </p:spTree>
    <p:extLst>
      <p:ext uri="{BB962C8B-B14F-4D97-AF65-F5344CB8AC3E}">
        <p14:creationId xmlns:p14="http://schemas.microsoft.com/office/powerpoint/2010/main" val="10571015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1-slider, simp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49216B1-41F1-2A91-AAA2-E1A8D45E7B3C}"/>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22713" b="15955"/>
          <a:stretch/>
        </p:blipFill>
        <p:spPr>
          <a:xfrm rot="16200000" flipH="1">
            <a:off x="8998673" y="3664675"/>
            <a:ext cx="2962186" cy="3424469"/>
          </a:xfrm>
          <a:prstGeom prst="rect">
            <a:avLst/>
          </a:prstGeom>
        </p:spPr>
      </p:pic>
      <p:sp>
        <p:nvSpPr>
          <p:cNvPr id="19" name="Text Placeholder 18">
            <a:extLst>
              <a:ext uri="{FF2B5EF4-FFF2-40B4-BE49-F238E27FC236}">
                <a16:creationId xmlns:a16="http://schemas.microsoft.com/office/drawing/2014/main" id="{60867568-A253-1445-8EEF-7325604A5378}"/>
              </a:ext>
            </a:extLst>
          </p:cNvPr>
          <p:cNvSpPr>
            <a:spLocks noGrp="1"/>
          </p:cNvSpPr>
          <p:nvPr>
            <p:ph type="body" sz="quarter" idx="11" hasCustomPrompt="1"/>
          </p:nvPr>
        </p:nvSpPr>
        <p:spPr>
          <a:xfrm>
            <a:off x="674920" y="620712"/>
            <a:ext cx="5265821" cy="1385169"/>
          </a:xfrm>
        </p:spPr>
        <p:txBody>
          <a:bodyPr lIns="0" tIns="0" rIns="0" bIns="0" anchor="b"/>
          <a:lstStyle>
            <a:lvl1pPr marL="0" indent="0">
              <a:lnSpc>
                <a:spcPct val="90000"/>
              </a:lnSpc>
              <a:spcBef>
                <a:spcPts val="0"/>
              </a:spcBef>
              <a:buNone/>
              <a:defRPr sz="3000" b="0" i="0" spc="-50" baseline="0">
                <a:solidFill>
                  <a:schemeClr val="tx1"/>
                </a:solidFill>
                <a:latin typeface="+mj-lt"/>
              </a:defRPr>
            </a:lvl1pPr>
          </a:lstStyle>
          <a:p>
            <a:pPr lvl="0"/>
            <a:r>
              <a:rPr lang="en-GB"/>
              <a:t>Click to insert a descriptive, attention raising headline</a:t>
            </a:r>
            <a:endParaRPr lang="en-FI"/>
          </a:p>
        </p:txBody>
      </p:sp>
      <p:sp>
        <p:nvSpPr>
          <p:cNvPr id="18" name="Text Placeholder 3">
            <a:extLst>
              <a:ext uri="{FF2B5EF4-FFF2-40B4-BE49-F238E27FC236}">
                <a16:creationId xmlns:a16="http://schemas.microsoft.com/office/drawing/2014/main" id="{E545FFB3-BA8B-04AB-6C3B-468DA53037F6}"/>
              </a:ext>
            </a:extLst>
          </p:cNvPr>
          <p:cNvSpPr>
            <a:spLocks noGrp="1"/>
          </p:cNvSpPr>
          <p:nvPr>
            <p:ph type="body" sz="quarter" idx="19" hasCustomPrompt="1"/>
          </p:nvPr>
        </p:nvSpPr>
        <p:spPr>
          <a:xfrm>
            <a:off x="695326" y="341037"/>
            <a:ext cx="5265735"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INSERT CUSTOMER NAME – WRITE WITH CAPITAL LETTERS</a:t>
            </a:r>
            <a:endParaRPr lang="en-FI"/>
          </a:p>
        </p:txBody>
      </p:sp>
      <p:sp>
        <p:nvSpPr>
          <p:cNvPr id="6" name="Content Placeholder 6">
            <a:extLst>
              <a:ext uri="{FF2B5EF4-FFF2-40B4-BE49-F238E27FC236}">
                <a16:creationId xmlns:a16="http://schemas.microsoft.com/office/drawing/2014/main" id="{25A3A9BF-8A6E-3501-54EB-C5B8CD74A778}"/>
              </a:ext>
            </a:extLst>
          </p:cNvPr>
          <p:cNvSpPr>
            <a:spLocks noGrp="1"/>
          </p:cNvSpPr>
          <p:nvPr>
            <p:ph sz="quarter" idx="28" hasCustomPrompt="1"/>
          </p:nvPr>
        </p:nvSpPr>
        <p:spPr>
          <a:xfrm>
            <a:off x="695325" y="2265365"/>
            <a:ext cx="5265735" cy="768391"/>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short description of the case, what’s essential/interesting with what was done, achieved or discovered</a:t>
            </a:r>
          </a:p>
        </p:txBody>
      </p:sp>
      <p:sp>
        <p:nvSpPr>
          <p:cNvPr id="35" name="Text Placeholder 34">
            <a:extLst>
              <a:ext uri="{FF2B5EF4-FFF2-40B4-BE49-F238E27FC236}">
                <a16:creationId xmlns:a16="http://schemas.microsoft.com/office/drawing/2014/main" id="{DCA457F7-3488-7148-8F40-15B65AE58894}"/>
              </a:ext>
            </a:extLst>
          </p:cNvPr>
          <p:cNvSpPr>
            <a:spLocks noGrp="1"/>
          </p:cNvSpPr>
          <p:nvPr>
            <p:ph type="body" sz="quarter" idx="16" hasCustomPrompt="1"/>
          </p:nvPr>
        </p:nvSpPr>
        <p:spPr>
          <a:xfrm>
            <a:off x="695238" y="3243231"/>
            <a:ext cx="4372417" cy="2994058"/>
          </a:xfrm>
        </p:spPr>
        <p:txBody>
          <a:bodyPr lIns="0" tIns="0" rIns="0" bIns="0"/>
          <a:lstStyle>
            <a:lvl1pPr marL="0" indent="0">
              <a:lnSpc>
                <a:spcPct val="110000"/>
              </a:lnSpc>
              <a:spcBef>
                <a:spcPts val="0"/>
              </a:spcBef>
              <a:buNone/>
              <a:defRPr sz="1400" b="0" i="0" spc="-40" baseline="0">
                <a:latin typeface="+mn-lt"/>
              </a:defRPr>
            </a:lvl1pPr>
          </a:lstStyle>
          <a:p>
            <a:pPr lvl="0"/>
            <a:r>
              <a:rPr lang="en-GB"/>
              <a:t>Describe the project in short. What the problem or challenge was the project set out to solve, or explain the objectives for it, how did we approach it and what was the outcome/achievements/benefits to client</a:t>
            </a:r>
            <a:endParaRPr lang="en-FI"/>
          </a:p>
        </p:txBody>
      </p:sp>
      <p:sp>
        <p:nvSpPr>
          <p:cNvPr id="8" name="Picture Placeholder 7">
            <a:extLst>
              <a:ext uri="{FF2B5EF4-FFF2-40B4-BE49-F238E27FC236}">
                <a16:creationId xmlns:a16="http://schemas.microsoft.com/office/drawing/2014/main" id="{A0645FCC-C920-4918-6746-652985A04010}"/>
              </a:ext>
            </a:extLst>
          </p:cNvPr>
          <p:cNvSpPr>
            <a:spLocks noGrp="1"/>
          </p:cNvSpPr>
          <p:nvPr>
            <p:ph type="pic" sz="quarter" idx="30" hasCustomPrompt="1"/>
          </p:nvPr>
        </p:nvSpPr>
        <p:spPr>
          <a:xfrm>
            <a:off x="6251575" y="717550"/>
            <a:ext cx="5245100" cy="5519738"/>
          </a:xfrm>
          <a:prstGeom prst="rect">
            <a:avLst/>
          </a:prstGeom>
          <a:solidFill>
            <a:schemeClr val="bg2"/>
          </a:solidFill>
        </p:spPr>
        <p:txBody>
          <a:bodyPr anchor="ctr"/>
          <a:lstStyle>
            <a:lvl1pPr marL="0" indent="0" algn="ctr">
              <a:buNone/>
              <a:defRPr/>
            </a:lvl1pPr>
          </a:lstStyle>
          <a:p>
            <a:r>
              <a:rPr lang="en-FI"/>
              <a:t>Insert image</a:t>
            </a:r>
            <a:br>
              <a:rPr lang="en-FI"/>
            </a:br>
            <a:br>
              <a:rPr lang="en-FI"/>
            </a:br>
            <a:endParaRPr lang="en-FI"/>
          </a:p>
        </p:txBody>
      </p:sp>
      <p:pic>
        <p:nvPicPr>
          <p:cNvPr id="20" name="Graphic 19">
            <a:extLst>
              <a:ext uri="{FF2B5EF4-FFF2-40B4-BE49-F238E27FC236}">
                <a16:creationId xmlns:a16="http://schemas.microsoft.com/office/drawing/2014/main" id="{A3BBB045-17EA-3D18-6891-E8058A744F42}"/>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8241" y="215351"/>
            <a:ext cx="262466" cy="289618"/>
          </a:xfrm>
          <a:prstGeom prst="rect">
            <a:avLst/>
          </a:prstGeom>
        </p:spPr>
      </p:pic>
      <p:sp>
        <p:nvSpPr>
          <p:cNvPr id="9" name="Picture Placeholder 7">
            <a:extLst>
              <a:ext uri="{FF2B5EF4-FFF2-40B4-BE49-F238E27FC236}">
                <a16:creationId xmlns:a16="http://schemas.microsoft.com/office/drawing/2014/main" id="{06654ED0-AFD2-16D9-48B0-EE2DA3FE83C3}"/>
              </a:ext>
            </a:extLst>
          </p:cNvPr>
          <p:cNvSpPr>
            <a:spLocks noGrp="1"/>
          </p:cNvSpPr>
          <p:nvPr>
            <p:ph type="pic" sz="quarter" idx="31" hasCustomPrompt="1"/>
          </p:nvPr>
        </p:nvSpPr>
        <p:spPr>
          <a:xfrm>
            <a:off x="5214711" y="4292599"/>
            <a:ext cx="2681514" cy="2614159"/>
          </a:xfrm>
          <a:prstGeom prst="rect">
            <a:avLst/>
          </a:prstGeom>
          <a:solidFill>
            <a:schemeClr val="bg2"/>
          </a:solidFill>
        </p:spPr>
        <p:txBody>
          <a:bodyPr anchor="ctr"/>
          <a:lstStyle>
            <a:lvl1pPr marL="0" indent="0" algn="ctr">
              <a:buNone/>
              <a:defRPr/>
            </a:lvl1pPr>
          </a:lstStyle>
          <a:p>
            <a:r>
              <a:rPr lang="en-FI"/>
              <a:t>Insert image (delete if not needed)</a:t>
            </a:r>
            <a:br>
              <a:rPr lang="en-FI"/>
            </a:br>
            <a:br>
              <a:rPr lang="en-FI"/>
            </a:br>
            <a:br>
              <a:rPr lang="en-FI"/>
            </a:br>
            <a:endParaRPr lang="en-FI"/>
          </a:p>
        </p:txBody>
      </p:sp>
      <p:sp>
        <p:nvSpPr>
          <p:cNvPr id="5" name="Footer Placeholder 1">
            <a:extLst>
              <a:ext uri="{FF2B5EF4-FFF2-40B4-BE49-F238E27FC236}">
                <a16:creationId xmlns:a16="http://schemas.microsoft.com/office/drawing/2014/main" id="{4596374C-2C96-C0A8-697C-288BD164DF71}"/>
              </a:ext>
            </a:extLst>
          </p:cNvPr>
          <p:cNvSpPr>
            <a:spLocks noGrp="1"/>
          </p:cNvSpPr>
          <p:nvPr>
            <p:ph type="ftr" sz="quarter" idx="27"/>
          </p:nvPr>
        </p:nvSpPr>
        <p:spPr>
          <a:xfrm rot="5400000">
            <a:off x="11055956" y="1394359"/>
            <a:ext cx="1577694" cy="224310"/>
          </a:xfrm>
        </p:spPr>
        <p:txBody>
          <a:bodyPr/>
          <a:lstStyle/>
          <a:p>
            <a:r>
              <a:rPr lang="fi-FI"/>
              <a:t>CONFIDENTIAL</a:t>
            </a:r>
          </a:p>
        </p:txBody>
      </p:sp>
      <p:sp>
        <p:nvSpPr>
          <p:cNvPr id="4" name="Slide Number Placeholder 3">
            <a:extLst>
              <a:ext uri="{FF2B5EF4-FFF2-40B4-BE49-F238E27FC236}">
                <a16:creationId xmlns:a16="http://schemas.microsoft.com/office/drawing/2014/main" id="{28651988-458C-7A7B-1D6B-15264573C984}"/>
              </a:ext>
            </a:extLst>
          </p:cNvPr>
          <p:cNvSpPr>
            <a:spLocks noGrp="1"/>
          </p:cNvSpPr>
          <p:nvPr>
            <p:ph type="sldNum" sz="quarter" idx="21"/>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6C62D336-2B29-6209-247A-FE7685F1B3B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0383900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 slide simple">
    <p:bg>
      <p:bgPr>
        <a:solidFill>
          <a:srgbClr val="0F3D5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FF92DBB4-3716-43FC-48A7-2CAA729C7AD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290160">
            <a:off x="4657039" y="1785236"/>
            <a:ext cx="2955598" cy="3142116"/>
          </a:xfrm>
          <a:prstGeom prst="rect">
            <a:avLst/>
          </a:prstGeom>
        </p:spPr>
      </p:pic>
      <p:pic>
        <p:nvPicPr>
          <p:cNvPr id="6" name="Graphic 5" descr="Gofore logo">
            <a:extLst>
              <a:ext uri="{FF2B5EF4-FFF2-40B4-BE49-F238E27FC236}">
                <a16:creationId xmlns:a16="http://schemas.microsoft.com/office/drawing/2014/main" id="{D68DCDD4-053F-EBAD-53CC-D12797AFCD6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957482" y="6030559"/>
            <a:ext cx="1676625" cy="283573"/>
          </a:xfrm>
          <a:prstGeom prst="rect">
            <a:avLst/>
          </a:prstGeom>
        </p:spPr>
      </p:pic>
      <p:sp>
        <p:nvSpPr>
          <p:cNvPr id="4" name="TextBox 3">
            <a:extLst>
              <a:ext uri="{FF2B5EF4-FFF2-40B4-BE49-F238E27FC236}">
                <a16:creationId xmlns:a16="http://schemas.microsoft.com/office/drawing/2014/main" id="{D4D206E5-ACBE-F4FA-44FE-BD5BCBE2D136}"/>
              </a:ext>
            </a:extLst>
          </p:cNvPr>
          <p:cNvSpPr txBox="1"/>
          <p:nvPr userDrawn="1"/>
        </p:nvSpPr>
        <p:spPr>
          <a:xfrm>
            <a:off x="914400" y="873761"/>
            <a:ext cx="5455920" cy="30469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Pioneering </a:t>
            </a:r>
            <a:br>
              <a:rPr kumimoji="0" lang="en-US" sz="6000" b="0" i="0" u="none" strike="noStrike" kern="1200" cap="none" spc="-100" normalizeH="0" baseline="0" noProof="0" dirty="0">
                <a:ln>
                  <a:noFill/>
                </a:ln>
                <a:solidFill>
                  <a:srgbClr val="FFFFFF"/>
                </a:solidFill>
                <a:effectLst/>
                <a:uLnTx/>
                <a:uFillTx/>
                <a:latin typeface="Cadiz SemiBold"/>
                <a:ea typeface="+mn-ea"/>
                <a:cs typeface="+mn-cs"/>
              </a:rPr>
            </a:b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an ethical digital world.</a:t>
            </a:r>
            <a:endParaRPr kumimoji="0" lang="en-FI" sz="6000" b="0" i="0" u="none" strike="noStrike" kern="1200" cap="none" spc="-100" normalizeH="0" baseline="0" noProof="0" dirty="0">
              <a:ln>
                <a:noFill/>
              </a:ln>
              <a:solidFill>
                <a:srgbClr val="FFFFFF"/>
              </a:solidFill>
              <a:effectLst/>
              <a:uLnTx/>
              <a:uFillTx/>
              <a:latin typeface="Cadiz SemiBold"/>
              <a:ea typeface="+mn-ea"/>
              <a:cs typeface="+mn-cs"/>
            </a:endParaRPr>
          </a:p>
          <a:p>
            <a:pPr marL="141288" indent="-141288" algn="l">
              <a:spcAft>
                <a:spcPts val="600"/>
              </a:spcAft>
              <a:buClr>
                <a:schemeClr val="accent1"/>
              </a:buClr>
              <a:buSzPct val="95000"/>
              <a:buFont typeface="Arial" panose="020B0604020202020204" pitchFamily="34" charset="0"/>
              <a:buChar char="•"/>
            </a:pPr>
            <a:endParaRPr lang="en-FI" kern="800" spc="-30" dirty="0"/>
          </a:p>
        </p:txBody>
      </p:sp>
    </p:spTree>
    <p:extLst>
      <p:ext uri="{BB962C8B-B14F-4D97-AF65-F5344CB8AC3E}">
        <p14:creationId xmlns:p14="http://schemas.microsoft.com/office/powerpoint/2010/main" val="270415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300" fill="hold"/>
                                        <p:tgtEl>
                                          <p:spTgt spid="12"/>
                                        </p:tgtEl>
                                        <p:attrNameLst>
                                          <p:attrName>ppt_w</p:attrName>
                                        </p:attrNameLst>
                                      </p:cBhvr>
                                      <p:tavLst>
                                        <p:tav tm="0">
                                          <p:val>
                                            <p:fltVal val="0"/>
                                          </p:val>
                                        </p:tav>
                                        <p:tav tm="100000">
                                          <p:val>
                                            <p:strVal val="#ppt_w"/>
                                          </p:val>
                                        </p:tav>
                                      </p:tavLst>
                                    </p:anim>
                                    <p:anim calcmode="lin" valueType="num">
                                      <p:cBhvr>
                                        <p:cTn id="8" dur="300" fill="hold"/>
                                        <p:tgtEl>
                                          <p:spTgt spid="12"/>
                                        </p:tgtEl>
                                        <p:attrNameLst>
                                          <p:attrName>ppt_h</p:attrName>
                                        </p:attrNameLst>
                                      </p:cBhvr>
                                      <p:tavLst>
                                        <p:tav tm="0">
                                          <p:val>
                                            <p:fltVal val="0"/>
                                          </p:val>
                                        </p:tav>
                                        <p:tav tm="100000">
                                          <p:val>
                                            <p:strVal val="#ppt_h"/>
                                          </p:val>
                                        </p:tav>
                                      </p:tavLst>
                                    </p:anim>
                                    <p:animEffect transition="in" filter="fade">
                                      <p:cBhvr>
                                        <p:cTn id="9" dur="300"/>
                                        <p:tgtEl>
                                          <p:spTgt spid="12"/>
                                        </p:tgtEl>
                                      </p:cBhvr>
                                    </p:animEffect>
                                  </p:childTnLst>
                                </p:cTn>
                              </p:par>
                            </p:childTnLst>
                          </p:cTn>
                        </p:par>
                        <p:par>
                          <p:cTn id="10" fill="hold">
                            <p:stCondLst>
                              <p:cond delay="300"/>
                            </p:stCondLst>
                            <p:childTnLst>
                              <p:par>
                                <p:cTn id="11" presetID="32" presetClass="emph" presetSubtype="0" repeatCount="indefinite" nodeType="afterEffect">
                                  <p:stCondLst>
                                    <p:cond delay="0"/>
                                  </p:stCondLst>
                                  <p:endCondLst>
                                    <p:cond evt="onNext" delay="0">
                                      <p:tgtEl>
                                        <p:sldTgt/>
                                      </p:tgtEl>
                                    </p:cond>
                                  </p:endCondLst>
                                  <p:childTnLst>
                                    <p:animRot by="120000">
                                      <p:cBhvr>
                                        <p:cTn id="12" dur="200" fill="hold">
                                          <p:stCondLst>
                                            <p:cond delay="0"/>
                                          </p:stCondLst>
                                        </p:cTn>
                                        <p:tgtEl>
                                          <p:spTgt spid="12"/>
                                        </p:tgtEl>
                                        <p:attrNameLst>
                                          <p:attrName>r</p:attrName>
                                        </p:attrNameLst>
                                      </p:cBhvr>
                                    </p:animRot>
                                    <p:animRot by="-240000">
                                      <p:cBhvr>
                                        <p:cTn id="13" dur="400" fill="hold">
                                          <p:stCondLst>
                                            <p:cond delay="400"/>
                                          </p:stCondLst>
                                        </p:cTn>
                                        <p:tgtEl>
                                          <p:spTgt spid="12"/>
                                        </p:tgtEl>
                                        <p:attrNameLst>
                                          <p:attrName>r</p:attrName>
                                        </p:attrNameLst>
                                      </p:cBhvr>
                                    </p:animRot>
                                    <p:animRot by="240000">
                                      <p:cBhvr>
                                        <p:cTn id="14" dur="400" fill="hold">
                                          <p:stCondLst>
                                            <p:cond delay="800"/>
                                          </p:stCondLst>
                                        </p:cTn>
                                        <p:tgtEl>
                                          <p:spTgt spid="12"/>
                                        </p:tgtEl>
                                        <p:attrNameLst>
                                          <p:attrName>r</p:attrName>
                                        </p:attrNameLst>
                                      </p:cBhvr>
                                    </p:animRot>
                                    <p:animRot by="-240000">
                                      <p:cBhvr>
                                        <p:cTn id="15" dur="400" fill="hold">
                                          <p:stCondLst>
                                            <p:cond delay="1200"/>
                                          </p:stCondLst>
                                        </p:cTn>
                                        <p:tgtEl>
                                          <p:spTgt spid="12"/>
                                        </p:tgtEl>
                                        <p:attrNameLst>
                                          <p:attrName>r</p:attrName>
                                        </p:attrNameLst>
                                      </p:cBhvr>
                                    </p:animRot>
                                    <p:animRot by="120000">
                                      <p:cBhvr>
                                        <p:cTn id="16" dur="400" fill="hold">
                                          <p:stCondLst>
                                            <p:cond delay="16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 slide + contact">
    <p:bg>
      <p:bgPr>
        <a:solidFill>
          <a:srgbClr val="0F3D5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FF92DBB4-3716-43FC-48A7-2CAA729C7AD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290160">
            <a:off x="4657039" y="1785236"/>
            <a:ext cx="2955598" cy="3142116"/>
          </a:xfrm>
          <a:prstGeom prst="rect">
            <a:avLst/>
          </a:prstGeom>
        </p:spPr>
      </p:pic>
      <p:sp>
        <p:nvSpPr>
          <p:cNvPr id="4" name="Text Placeholder 3">
            <a:extLst>
              <a:ext uri="{FF2B5EF4-FFF2-40B4-BE49-F238E27FC236}">
                <a16:creationId xmlns:a16="http://schemas.microsoft.com/office/drawing/2014/main" id="{0434D86D-AE79-957F-D540-E0CB62BF5B48}"/>
              </a:ext>
            </a:extLst>
          </p:cNvPr>
          <p:cNvSpPr>
            <a:spLocks noGrp="1"/>
          </p:cNvSpPr>
          <p:nvPr>
            <p:ph type="body" sz="quarter" idx="10" hasCustomPrompt="1"/>
          </p:nvPr>
        </p:nvSpPr>
        <p:spPr>
          <a:xfrm>
            <a:off x="8787161" y="4659941"/>
            <a:ext cx="2846946" cy="283573"/>
          </a:xfrm>
          <a:prstGeom prst="rect">
            <a:avLst/>
          </a:prstGeom>
        </p:spPr>
        <p:txBody>
          <a:bodyPr lIns="0" tIns="0" rIns="0" bIns="0"/>
          <a:lstStyle>
            <a:lvl1pPr marL="0" indent="0" algn="r">
              <a:buNone/>
              <a:defRPr sz="1200">
                <a:solidFill>
                  <a:schemeClr val="bg2"/>
                </a:solidFill>
                <a:latin typeface="+mj-lt"/>
              </a:defRPr>
            </a:lvl1pPr>
          </a:lstStyle>
          <a:p>
            <a:pPr lvl="0"/>
            <a:r>
              <a:rPr lang="en-GB" err="1"/>
              <a:t>Firstname</a:t>
            </a:r>
            <a:r>
              <a:rPr lang="en-GB"/>
              <a:t> </a:t>
            </a:r>
            <a:r>
              <a:rPr lang="en-GB" err="1"/>
              <a:t>Lastname</a:t>
            </a:r>
            <a:endParaRPr lang="en-FI"/>
          </a:p>
        </p:txBody>
      </p:sp>
      <p:sp>
        <p:nvSpPr>
          <p:cNvPr id="7" name="Text Placeholder 6">
            <a:extLst>
              <a:ext uri="{FF2B5EF4-FFF2-40B4-BE49-F238E27FC236}">
                <a16:creationId xmlns:a16="http://schemas.microsoft.com/office/drawing/2014/main" id="{5F33C0C1-ADD3-6FC8-D076-C741FED9A473}"/>
              </a:ext>
            </a:extLst>
          </p:cNvPr>
          <p:cNvSpPr>
            <a:spLocks noGrp="1"/>
          </p:cNvSpPr>
          <p:nvPr>
            <p:ph type="body" sz="quarter" idx="11" hasCustomPrompt="1"/>
          </p:nvPr>
        </p:nvSpPr>
        <p:spPr>
          <a:xfrm>
            <a:off x="8794750" y="4943514"/>
            <a:ext cx="2840038" cy="765910"/>
          </a:xfrm>
          <a:prstGeom prst="rect">
            <a:avLst/>
          </a:prstGeom>
        </p:spPr>
        <p:txBody>
          <a:bodyPr lIns="0" tIns="0" rIns="0" bIns="0"/>
          <a:lstStyle>
            <a:lvl1pPr marL="0" indent="0" algn="r">
              <a:lnSpc>
                <a:spcPct val="120000"/>
              </a:lnSpc>
              <a:spcBef>
                <a:spcPts val="0"/>
              </a:spcBef>
              <a:buNone/>
              <a:defRPr sz="1000">
                <a:solidFill>
                  <a:schemeClr val="bg2"/>
                </a:solidFill>
                <a:latin typeface="+mn-lt"/>
              </a:defRPr>
            </a:lvl1pPr>
          </a:lstStyle>
          <a:p>
            <a:pPr lvl="0"/>
            <a:r>
              <a:rPr lang="en-FI"/>
              <a:t>Title, </a:t>
            </a:r>
            <a:r>
              <a:rPr lang="en-GB"/>
              <a:t>e</a:t>
            </a:r>
            <a:r>
              <a:rPr lang="en-FI"/>
              <a:t>-mail address &amp; telephone on separate rows</a:t>
            </a:r>
          </a:p>
        </p:txBody>
      </p:sp>
      <p:pic>
        <p:nvPicPr>
          <p:cNvPr id="6" name="Graphic 5" descr="Gofore logo">
            <a:extLst>
              <a:ext uri="{FF2B5EF4-FFF2-40B4-BE49-F238E27FC236}">
                <a16:creationId xmlns:a16="http://schemas.microsoft.com/office/drawing/2014/main" id="{D68DCDD4-053F-EBAD-53CC-D12797AFCD6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957482" y="6030559"/>
            <a:ext cx="1676625" cy="283573"/>
          </a:xfrm>
          <a:prstGeom prst="rect">
            <a:avLst/>
          </a:prstGeom>
        </p:spPr>
      </p:pic>
      <p:sp>
        <p:nvSpPr>
          <p:cNvPr id="2" name="TextBox 1">
            <a:extLst>
              <a:ext uri="{FF2B5EF4-FFF2-40B4-BE49-F238E27FC236}">
                <a16:creationId xmlns:a16="http://schemas.microsoft.com/office/drawing/2014/main" id="{0B7E88D2-FAE8-42DE-6B29-F844DD36C8A3}"/>
              </a:ext>
            </a:extLst>
          </p:cNvPr>
          <p:cNvSpPr txBox="1"/>
          <p:nvPr userDrawn="1"/>
        </p:nvSpPr>
        <p:spPr>
          <a:xfrm>
            <a:off x="914400" y="873761"/>
            <a:ext cx="5455920" cy="30469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Pioneering </a:t>
            </a:r>
            <a:br>
              <a:rPr kumimoji="0" lang="en-US" sz="6000" b="0" i="0" u="none" strike="noStrike" kern="1200" cap="none" spc="-100" normalizeH="0" baseline="0" noProof="0" dirty="0">
                <a:ln>
                  <a:noFill/>
                </a:ln>
                <a:solidFill>
                  <a:srgbClr val="FFFFFF"/>
                </a:solidFill>
                <a:effectLst/>
                <a:uLnTx/>
                <a:uFillTx/>
                <a:latin typeface="Cadiz SemiBold"/>
                <a:ea typeface="+mn-ea"/>
                <a:cs typeface="+mn-cs"/>
              </a:rPr>
            </a:b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an ethical digital world.</a:t>
            </a:r>
            <a:endParaRPr kumimoji="0" lang="en-FI" sz="6000" b="0" i="0" u="none" strike="noStrike" kern="1200" cap="none" spc="-100" normalizeH="0" baseline="0" noProof="0" dirty="0">
              <a:ln>
                <a:noFill/>
              </a:ln>
              <a:solidFill>
                <a:srgbClr val="FFFFFF"/>
              </a:solidFill>
              <a:effectLst/>
              <a:uLnTx/>
              <a:uFillTx/>
              <a:latin typeface="Cadiz SemiBold"/>
              <a:ea typeface="+mn-ea"/>
              <a:cs typeface="+mn-cs"/>
            </a:endParaRPr>
          </a:p>
          <a:p>
            <a:pPr marL="141288" indent="-141288" algn="l">
              <a:spcAft>
                <a:spcPts val="600"/>
              </a:spcAft>
              <a:buClr>
                <a:schemeClr val="accent1"/>
              </a:buClr>
              <a:buSzPct val="95000"/>
              <a:buFont typeface="Arial" panose="020B0604020202020204" pitchFamily="34" charset="0"/>
              <a:buChar char="•"/>
            </a:pPr>
            <a:endParaRPr lang="en-FI" kern="800" spc="-30" dirty="0"/>
          </a:p>
        </p:txBody>
      </p:sp>
    </p:spTree>
    <p:extLst>
      <p:ext uri="{BB962C8B-B14F-4D97-AF65-F5344CB8AC3E}">
        <p14:creationId xmlns:p14="http://schemas.microsoft.com/office/powerpoint/2010/main" val="65416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300" fill="hold"/>
                                        <p:tgtEl>
                                          <p:spTgt spid="12"/>
                                        </p:tgtEl>
                                        <p:attrNameLst>
                                          <p:attrName>ppt_w</p:attrName>
                                        </p:attrNameLst>
                                      </p:cBhvr>
                                      <p:tavLst>
                                        <p:tav tm="0">
                                          <p:val>
                                            <p:fltVal val="0"/>
                                          </p:val>
                                        </p:tav>
                                        <p:tav tm="100000">
                                          <p:val>
                                            <p:strVal val="#ppt_w"/>
                                          </p:val>
                                        </p:tav>
                                      </p:tavLst>
                                    </p:anim>
                                    <p:anim calcmode="lin" valueType="num">
                                      <p:cBhvr>
                                        <p:cTn id="8" dur="300" fill="hold"/>
                                        <p:tgtEl>
                                          <p:spTgt spid="12"/>
                                        </p:tgtEl>
                                        <p:attrNameLst>
                                          <p:attrName>ppt_h</p:attrName>
                                        </p:attrNameLst>
                                      </p:cBhvr>
                                      <p:tavLst>
                                        <p:tav tm="0">
                                          <p:val>
                                            <p:fltVal val="0"/>
                                          </p:val>
                                        </p:tav>
                                        <p:tav tm="100000">
                                          <p:val>
                                            <p:strVal val="#ppt_h"/>
                                          </p:val>
                                        </p:tav>
                                      </p:tavLst>
                                    </p:anim>
                                    <p:animEffect transition="in" filter="fade">
                                      <p:cBhvr>
                                        <p:cTn id="9" dur="300"/>
                                        <p:tgtEl>
                                          <p:spTgt spid="12"/>
                                        </p:tgtEl>
                                      </p:cBhvr>
                                    </p:animEffect>
                                  </p:childTnLst>
                                </p:cTn>
                              </p:par>
                            </p:childTnLst>
                          </p:cTn>
                        </p:par>
                        <p:par>
                          <p:cTn id="10" fill="hold">
                            <p:stCondLst>
                              <p:cond delay="300"/>
                            </p:stCondLst>
                            <p:childTnLst>
                              <p:par>
                                <p:cTn id="11" presetID="32" presetClass="emph" presetSubtype="0" repeatCount="indefinite" nodeType="afterEffect">
                                  <p:stCondLst>
                                    <p:cond delay="0"/>
                                  </p:stCondLst>
                                  <p:endCondLst>
                                    <p:cond evt="onNext" delay="0">
                                      <p:tgtEl>
                                        <p:sldTgt/>
                                      </p:tgtEl>
                                    </p:cond>
                                  </p:endCondLst>
                                  <p:childTnLst>
                                    <p:animRot by="120000">
                                      <p:cBhvr>
                                        <p:cTn id="12" dur="200" fill="hold">
                                          <p:stCondLst>
                                            <p:cond delay="0"/>
                                          </p:stCondLst>
                                        </p:cTn>
                                        <p:tgtEl>
                                          <p:spTgt spid="12"/>
                                        </p:tgtEl>
                                        <p:attrNameLst>
                                          <p:attrName>r</p:attrName>
                                        </p:attrNameLst>
                                      </p:cBhvr>
                                    </p:animRot>
                                    <p:animRot by="-240000">
                                      <p:cBhvr>
                                        <p:cTn id="13" dur="400" fill="hold">
                                          <p:stCondLst>
                                            <p:cond delay="400"/>
                                          </p:stCondLst>
                                        </p:cTn>
                                        <p:tgtEl>
                                          <p:spTgt spid="12"/>
                                        </p:tgtEl>
                                        <p:attrNameLst>
                                          <p:attrName>r</p:attrName>
                                        </p:attrNameLst>
                                      </p:cBhvr>
                                    </p:animRot>
                                    <p:animRot by="240000">
                                      <p:cBhvr>
                                        <p:cTn id="14" dur="400" fill="hold">
                                          <p:stCondLst>
                                            <p:cond delay="800"/>
                                          </p:stCondLst>
                                        </p:cTn>
                                        <p:tgtEl>
                                          <p:spTgt spid="12"/>
                                        </p:tgtEl>
                                        <p:attrNameLst>
                                          <p:attrName>r</p:attrName>
                                        </p:attrNameLst>
                                      </p:cBhvr>
                                    </p:animRot>
                                    <p:animRot by="-240000">
                                      <p:cBhvr>
                                        <p:cTn id="15" dur="400" fill="hold">
                                          <p:stCondLst>
                                            <p:cond delay="1200"/>
                                          </p:stCondLst>
                                        </p:cTn>
                                        <p:tgtEl>
                                          <p:spTgt spid="12"/>
                                        </p:tgtEl>
                                        <p:attrNameLst>
                                          <p:attrName>r</p:attrName>
                                        </p:attrNameLst>
                                      </p:cBhvr>
                                    </p:animRot>
                                    <p:animRot by="120000">
                                      <p:cBhvr>
                                        <p:cTn id="16" dur="400" fill="hold">
                                          <p:stCondLst>
                                            <p:cond delay="16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CBEDA6-7A12-4B0F-BDCA-30E48676CDEC}"/>
              </a:ext>
            </a:extLst>
          </p:cNvPr>
          <p:cNvSpPr>
            <a:spLocks noGrp="1"/>
          </p:cNvSpPr>
          <p:nvPr>
            <p:ph type="title"/>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3" name="Text Placeholder 2">
            <a:extLst>
              <a:ext uri="{FF2B5EF4-FFF2-40B4-BE49-F238E27FC236}">
                <a16:creationId xmlns:a16="http://schemas.microsoft.com/office/drawing/2014/main" id="{07FCA57E-D0A9-4842-8847-E49700F6FE94}"/>
              </a:ext>
            </a:extLst>
          </p:cNvPr>
          <p:cNvSpPr>
            <a:spLocks noGrp="1"/>
          </p:cNvSpPr>
          <p:nvPr>
            <p:ph type="body" idx="1"/>
          </p:nvPr>
        </p:nvSpPr>
        <p:spPr>
          <a:xfrm>
            <a:off x="695325" y="2280395"/>
            <a:ext cx="9001125" cy="3887787"/>
          </a:xfrm>
          <a:prstGeom prst="rect">
            <a:avLst/>
          </a:prstGeom>
        </p:spPr>
        <p:txBody>
          <a:bodyPr vert="horz" lIns="0" tIns="0" rIns="0" bIns="0" rtlCol="0">
            <a:noAutofit/>
          </a:bodyPr>
          <a:lstStyle/>
          <a:p>
            <a:pPr lvl="0"/>
            <a:r>
              <a:rPr lang="en-US" dirty="0"/>
              <a:t>Click to edit text, paste text without formatting (PC: </a:t>
            </a:r>
            <a:r>
              <a:rPr lang="en-US" dirty="0" err="1"/>
              <a:t>ctrl+shift+v</a:t>
            </a:r>
            <a:r>
              <a:rPr lang="en-US" dirty="0"/>
              <a:t> / Mac: </a:t>
            </a:r>
            <a:r>
              <a:rPr lang="en-US" dirty="0" err="1"/>
              <a:t>shift+opt+cmd+v</a:t>
            </a:r>
            <a:r>
              <a:rPr lang="en-US" dirty="0"/>
              <a: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Footer Placeholder 4">
            <a:extLst>
              <a:ext uri="{FF2B5EF4-FFF2-40B4-BE49-F238E27FC236}">
                <a16:creationId xmlns:a16="http://schemas.microsoft.com/office/drawing/2014/main" id="{091E3E36-ABF2-EDAB-3C7C-A5B5498EA03F}"/>
              </a:ext>
            </a:extLst>
          </p:cNvPr>
          <p:cNvSpPr>
            <a:spLocks noGrp="1"/>
          </p:cNvSpPr>
          <p:nvPr>
            <p:ph type="ftr" sz="quarter" idx="3"/>
          </p:nvPr>
        </p:nvSpPr>
        <p:spPr>
          <a:xfrm rot="5400000">
            <a:off x="10057335" y="2392978"/>
            <a:ext cx="3574935" cy="224310"/>
          </a:xfrm>
          <a:prstGeom prst="rect">
            <a:avLst/>
          </a:prstGeom>
        </p:spPr>
        <p:txBody>
          <a:bodyPr vert="horz" lIns="0" tIns="0" rIns="0" bIns="0" rtlCol="0" anchor="ctr"/>
          <a:lstStyle>
            <a:lvl1pPr algn="l">
              <a:defRPr sz="800" cap="all" spc="100" baseline="0">
                <a:solidFill>
                  <a:srgbClr val="92B1B8"/>
                </a:solidFill>
              </a:defRPr>
            </a:lvl1pPr>
          </a:lstStyle>
          <a:p>
            <a:r>
              <a:rPr lang="fi-FI"/>
              <a:t>CONFIDENTIAL</a:t>
            </a:r>
          </a:p>
        </p:txBody>
      </p:sp>
      <p:sp>
        <p:nvSpPr>
          <p:cNvPr id="6" name="Slide Number Placeholder 5" descr="Page number">
            <a:extLst>
              <a:ext uri="{FF2B5EF4-FFF2-40B4-BE49-F238E27FC236}">
                <a16:creationId xmlns:a16="http://schemas.microsoft.com/office/drawing/2014/main" id="{845F5D36-6763-E014-85F4-ADE5E0592669}"/>
              </a:ext>
            </a:extLst>
          </p:cNvPr>
          <p:cNvSpPr>
            <a:spLocks noGrp="1"/>
          </p:cNvSpPr>
          <p:nvPr>
            <p:ph type="sldNum" sz="quarter" idx="4"/>
          </p:nvPr>
        </p:nvSpPr>
        <p:spPr>
          <a:xfrm>
            <a:off x="11496675" y="6553245"/>
            <a:ext cx="406833" cy="186860"/>
          </a:xfrm>
          <a:prstGeom prst="rect">
            <a:avLst/>
          </a:prstGeom>
        </p:spPr>
        <p:txBody>
          <a:bodyPr vert="horz" lIns="0" tIns="0" rIns="0" bIns="0" rtlCol="0" anchor="ctr"/>
          <a:lstStyle>
            <a:lvl1pPr algn="r">
              <a:defRPr sz="800">
                <a:solidFill>
                  <a:srgbClr val="92B1B8"/>
                </a:solidFill>
              </a:defRPr>
            </a:lvl1pPr>
          </a:lstStyle>
          <a:p>
            <a:fld id="{B64FCF4A-2F3F-4397-9C44-D2344643394B}" type="slidenum">
              <a:rPr lang="fi-FI" smtClean="0"/>
              <a:pPr/>
              <a:t>‹#›</a:t>
            </a:fld>
            <a:endParaRPr lang="fi-FI"/>
          </a:p>
        </p:txBody>
      </p:sp>
    </p:spTree>
    <p:extLst>
      <p:ext uri="{BB962C8B-B14F-4D97-AF65-F5344CB8AC3E}">
        <p14:creationId xmlns:p14="http://schemas.microsoft.com/office/powerpoint/2010/main" val="762624041"/>
      </p:ext>
    </p:extLst>
  </p:cSld>
  <p:clrMap bg1="lt1" tx1="dk1" bg2="lt2" tx2="dk2" accent1="accent1" accent2="accent2" accent3="accent3" accent4="accent4" accent5="accent5" accent6="accent6" hlink="hlink" folHlink="folHlink"/>
  <p:sldLayoutIdLst>
    <p:sldLayoutId id="2147483887" r:id="rId1"/>
    <p:sldLayoutId id="2147483886" r:id="rId2"/>
    <p:sldLayoutId id="2147483888" r:id="rId3"/>
    <p:sldLayoutId id="2147483894" r:id="rId4"/>
    <p:sldLayoutId id="2147483904" r:id="rId5"/>
    <p:sldLayoutId id="2147483876" r:id="rId6"/>
    <p:sldLayoutId id="2147483845" r:id="rId7"/>
    <p:sldLayoutId id="2147483917" r:id="rId8"/>
    <p:sldLayoutId id="2147483884" r:id="rId9"/>
    <p:sldLayoutId id="2147483919" r:id="rId10"/>
    <p:sldLayoutId id="2147483921" r:id="rId11"/>
    <p:sldLayoutId id="2147483892" r:id="rId12"/>
    <p:sldLayoutId id="2147483923" r:id="rId13"/>
    <p:sldLayoutId id="2147483656" r:id="rId14"/>
    <p:sldLayoutId id="2147483906" r:id="rId15"/>
    <p:sldLayoutId id="2147483896" r:id="rId16"/>
    <p:sldLayoutId id="2147483901" r:id="rId17"/>
    <p:sldLayoutId id="2147483889" r:id="rId18"/>
    <p:sldLayoutId id="2147483651" r:id="rId19"/>
    <p:sldLayoutId id="2147483843" r:id="rId20"/>
    <p:sldLayoutId id="2147483847" r:id="rId21"/>
    <p:sldLayoutId id="2147483849" r:id="rId22"/>
    <p:sldLayoutId id="2147483848" r:id="rId23"/>
    <p:sldLayoutId id="2147483854" r:id="rId24"/>
    <p:sldLayoutId id="2147483832" r:id="rId25"/>
    <p:sldLayoutId id="2147483922" r:id="rId26"/>
    <p:sldLayoutId id="2147483907" r:id="rId27"/>
    <p:sldLayoutId id="2147483830" r:id="rId28"/>
    <p:sldLayoutId id="2147483890" r:id="rId29"/>
    <p:sldLayoutId id="2147483871" r:id="rId30"/>
    <p:sldLayoutId id="2147483872" r:id="rId31"/>
    <p:sldLayoutId id="2147483870" r:id="rId32"/>
    <p:sldLayoutId id="2147483877" r:id="rId33"/>
    <p:sldLayoutId id="2147483868" r:id="rId34"/>
    <p:sldLayoutId id="2147483869" r:id="rId35"/>
    <p:sldLayoutId id="2147483915" r:id="rId36"/>
    <p:sldLayoutId id="2147483873" r:id="rId37"/>
    <p:sldLayoutId id="2147483893" r:id="rId38"/>
    <p:sldLayoutId id="2147483874" r:id="rId39"/>
    <p:sldLayoutId id="2147483875" r:id="rId40"/>
    <p:sldLayoutId id="2147483891" r:id="rId41"/>
    <p:sldLayoutId id="2147483895" r:id="rId42"/>
    <p:sldLayoutId id="2147483913" r:id="rId43"/>
    <p:sldLayoutId id="2147483903" r:id="rId44"/>
    <p:sldLayoutId id="2147483912" r:id="rId45"/>
    <p:sldLayoutId id="2147483918" r:id="rId46"/>
    <p:sldLayoutId id="2147483911" r:id="rId47"/>
    <p:sldLayoutId id="2147483897" r:id="rId48"/>
    <p:sldLayoutId id="2147483899" r:id="rId49"/>
    <p:sldLayoutId id="2147483920" r:id="rId50"/>
    <p:sldLayoutId id="2147483900" r:id="rId51"/>
    <p:sldLayoutId id="2147483829" r:id="rId52"/>
    <p:sldLayoutId id="2147483905" r:id="rId53"/>
    <p:sldLayoutId id="2147483879" r:id="rId54"/>
    <p:sldLayoutId id="2147483898" r:id="rId55"/>
  </p:sldLayoutIdLst>
  <p:hf hdr="0" dt="0"/>
  <p:txStyles>
    <p:titleStyle>
      <a:lvl1pPr algn="l" defTabSz="914400" rtl="0" eaLnBrk="1" latinLnBrk="0" hangingPunct="1">
        <a:lnSpc>
          <a:spcPct val="90000"/>
        </a:lnSpc>
        <a:spcBef>
          <a:spcPct val="0"/>
        </a:spcBef>
        <a:buNone/>
        <a:defRPr sz="3600" b="0" i="0" kern="1200" spc="-120" baseline="0">
          <a:solidFill>
            <a:schemeClr val="tx1"/>
          </a:solidFill>
          <a:latin typeface="+mj-lt"/>
          <a:ea typeface="+mj-ea"/>
          <a:cs typeface="+mj-cs"/>
        </a:defRPr>
      </a:lvl1pPr>
    </p:titleStyle>
    <p:bodyStyle>
      <a:lvl1pPr marL="177800" indent="-169863" algn="l" defTabSz="914400" rtl="0" eaLnBrk="1" latinLnBrk="0" hangingPunct="1">
        <a:lnSpc>
          <a:spcPct val="100000"/>
        </a:lnSpc>
        <a:spcBef>
          <a:spcPts val="1000"/>
        </a:spcBef>
        <a:buClr>
          <a:schemeClr val="accent1"/>
        </a:buClr>
        <a:buFont typeface="Arial" panose="020B0604020202020204" pitchFamily="34" charset="0"/>
        <a:buChar char="•"/>
        <a:tabLst/>
        <a:defRPr sz="1800" b="0" i="0" kern="1000" spc="-40" baseline="0">
          <a:solidFill>
            <a:schemeClr val="tx1"/>
          </a:solidFill>
          <a:latin typeface="+mn-lt"/>
          <a:ea typeface="+mn-ea"/>
          <a:cs typeface="+mn-cs"/>
        </a:defRPr>
      </a:lvl1pPr>
      <a:lvl2pPr marL="312738" indent="-133350" algn="l" defTabSz="914400" rtl="0" eaLnBrk="1" latinLnBrk="0" hangingPunct="1">
        <a:lnSpc>
          <a:spcPct val="100000"/>
        </a:lnSpc>
        <a:spcBef>
          <a:spcPts val="500"/>
        </a:spcBef>
        <a:buClr>
          <a:schemeClr val="accent1"/>
        </a:buClr>
        <a:buFontTx/>
        <a:buChar char="-"/>
        <a:tabLst/>
        <a:defRPr sz="1600" b="0" i="0" kern="1000" spc="-30" baseline="0">
          <a:solidFill>
            <a:schemeClr val="tx2"/>
          </a:solidFill>
          <a:latin typeface="+mn-lt"/>
          <a:ea typeface="+mn-ea"/>
          <a:cs typeface="+mn-cs"/>
        </a:defRPr>
      </a:lvl2pPr>
      <a:lvl3pPr marL="446088" indent="-87313" algn="l" defTabSz="914400" rtl="0" eaLnBrk="1" latinLnBrk="0" hangingPunct="1">
        <a:lnSpc>
          <a:spcPct val="100000"/>
        </a:lnSpc>
        <a:spcBef>
          <a:spcPts val="500"/>
        </a:spcBef>
        <a:buClr>
          <a:schemeClr val="accent1"/>
        </a:buClr>
        <a:buFontTx/>
        <a:buChar char="-"/>
        <a:tabLst/>
        <a:defRPr sz="1200" b="0" i="0" kern="1000" spc="-30" baseline="0">
          <a:solidFill>
            <a:schemeClr val="tx2"/>
          </a:solidFill>
          <a:latin typeface="+mn-lt"/>
          <a:ea typeface="+mn-ea"/>
          <a:cs typeface="+mn-cs"/>
        </a:defRPr>
      </a:lvl3pPr>
      <a:lvl4pPr marL="57943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7242" userDrawn="1">
          <p15:clr>
            <a:srgbClr val="F26B43"/>
          </p15:clr>
        </p15:guide>
        <p15:guide id="3" orient="horz" pos="391" userDrawn="1">
          <p15:clr>
            <a:srgbClr val="F26B43"/>
          </p15:clr>
        </p15:guide>
        <p15:guide id="4" orient="horz" pos="3929" userDrawn="1">
          <p15:clr>
            <a:srgbClr val="F26B43"/>
          </p15:clr>
        </p15:guide>
        <p15:guide id="5" pos="1572" userDrawn="1">
          <p15:clr>
            <a:srgbClr val="F26B43"/>
          </p15:clr>
        </p15:guide>
        <p15:guide id="7" pos="3840" userDrawn="1">
          <p15:clr>
            <a:srgbClr val="F26B43"/>
          </p15:clr>
        </p15:guide>
        <p15:guide id="8" pos="2706" userDrawn="1">
          <p15:clr>
            <a:srgbClr val="F26B43"/>
          </p15:clr>
        </p15:guide>
        <p15:guide id="11" orient="horz" pos="1480" userDrawn="1">
          <p15:clr>
            <a:srgbClr val="F26B43"/>
          </p15:clr>
        </p15:guide>
        <p15:guide id="12" orient="horz" pos="2704" userDrawn="1">
          <p15:clr>
            <a:srgbClr val="F26B43"/>
          </p15:clr>
        </p15:guide>
        <p15:guide id="14" pos="4974" userDrawn="1">
          <p15:clr>
            <a:srgbClr val="F26B43"/>
          </p15:clr>
        </p15:guide>
        <p15:guide id="17" pos="6108" userDrawn="1">
          <p15:clr>
            <a:srgbClr val="F26B43"/>
          </p15:clr>
        </p15:guide>
        <p15:guide id="18" orient="horz" pos="1207" userDrawn="1">
          <p15:clr>
            <a:srgbClr val="A4A3A4"/>
          </p15:clr>
        </p15:guide>
        <p15:guide id="19" orient="horz" pos="1752"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hyperlink" Target="https://gofore.atlassian.net/l/cp/8gEMkXBw"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51.svg"/><Relationship Id="rId4" Type="http://schemas.openxmlformats.org/officeDocument/2006/relationships/image" Target="../media/image50.png"/></Relationships>
</file>

<file path=ppt/slides/_rels/slide7.xml.rels><?xml version="1.0" encoding="UTF-8" standalone="yes"?>
<Relationships xmlns="http://schemas.openxmlformats.org/package/2006/relationships"><Relationship Id="rId3" Type="http://schemas.openxmlformats.org/officeDocument/2006/relationships/hyperlink" Target="https://gofore.atlassian.net/l/cp/GA0e090g" TargetMode="External"/><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6.xml"/><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8" Type="http://schemas.openxmlformats.org/officeDocument/2006/relationships/image" Target="../media/image65.svg"/><Relationship Id="rId13" Type="http://schemas.openxmlformats.org/officeDocument/2006/relationships/image" Target="../media/image70.png"/><Relationship Id="rId18" Type="http://schemas.openxmlformats.org/officeDocument/2006/relationships/image" Target="../media/image75.sv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svg"/><Relationship Id="rId17" Type="http://schemas.openxmlformats.org/officeDocument/2006/relationships/image" Target="../media/image74.png"/><Relationship Id="rId2" Type="http://schemas.openxmlformats.org/officeDocument/2006/relationships/hyperlink" Target="https://brand.gofore.com/visual-style-guide/illustration" TargetMode="External"/><Relationship Id="rId16" Type="http://schemas.openxmlformats.org/officeDocument/2006/relationships/image" Target="../media/image73.svg"/><Relationship Id="rId1" Type="http://schemas.openxmlformats.org/officeDocument/2006/relationships/slideLayout" Target="../slideLayouts/slideLayout6.xml"/><Relationship Id="rId6" Type="http://schemas.openxmlformats.org/officeDocument/2006/relationships/image" Target="../media/image63.sv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 Id="rId14" Type="http://schemas.openxmlformats.org/officeDocument/2006/relationships/image" Target="../media/image7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CA2A1-0F18-A179-D24C-9387238E0A54}"/>
              </a:ext>
            </a:extLst>
          </p:cNvPr>
          <p:cNvSpPr>
            <a:spLocks noGrp="1"/>
          </p:cNvSpPr>
          <p:nvPr>
            <p:ph type="title"/>
          </p:nvPr>
        </p:nvSpPr>
        <p:spPr/>
        <p:txBody>
          <a:bodyPr/>
          <a:lstStyle/>
          <a:p>
            <a:endParaRPr lang="en-FI"/>
          </a:p>
        </p:txBody>
      </p:sp>
      <p:sp>
        <p:nvSpPr>
          <p:cNvPr id="3" name="Text Placeholder 2">
            <a:extLst>
              <a:ext uri="{FF2B5EF4-FFF2-40B4-BE49-F238E27FC236}">
                <a16:creationId xmlns:a16="http://schemas.microsoft.com/office/drawing/2014/main" id="{254A3EA0-9FFF-DF8E-037A-F9BE68C665CE}"/>
              </a:ext>
            </a:extLst>
          </p:cNvPr>
          <p:cNvSpPr>
            <a:spLocks noGrp="1"/>
          </p:cNvSpPr>
          <p:nvPr>
            <p:ph type="body" sz="quarter" idx="14"/>
          </p:nvPr>
        </p:nvSpPr>
        <p:spPr/>
        <p:txBody>
          <a:bodyPr/>
          <a:lstStyle/>
          <a:p>
            <a:endParaRPr lang="en-FI"/>
          </a:p>
        </p:txBody>
      </p:sp>
      <p:sp>
        <p:nvSpPr>
          <p:cNvPr id="4" name="Text Placeholder 3">
            <a:extLst>
              <a:ext uri="{FF2B5EF4-FFF2-40B4-BE49-F238E27FC236}">
                <a16:creationId xmlns:a16="http://schemas.microsoft.com/office/drawing/2014/main" id="{6FAD4100-6CF5-342F-EAD5-D0F3E1F087F2}"/>
              </a:ext>
            </a:extLst>
          </p:cNvPr>
          <p:cNvSpPr>
            <a:spLocks noGrp="1"/>
          </p:cNvSpPr>
          <p:nvPr>
            <p:ph type="body" sz="quarter" idx="15"/>
          </p:nvPr>
        </p:nvSpPr>
        <p:spPr/>
        <p:txBody>
          <a:bodyPr/>
          <a:lstStyle/>
          <a:p>
            <a:endParaRPr lang="en-FI"/>
          </a:p>
        </p:txBody>
      </p:sp>
      <p:sp>
        <p:nvSpPr>
          <p:cNvPr id="5" name="Graphic 51">
            <a:extLst>
              <a:ext uri="{FF2B5EF4-FFF2-40B4-BE49-F238E27FC236}">
                <a16:creationId xmlns:a16="http://schemas.microsoft.com/office/drawing/2014/main" id="{B78DB8EF-0826-8AF2-8845-92EF9A7FA040}"/>
              </a:ext>
            </a:extLst>
          </p:cNvPr>
          <p:cNvSpPr/>
          <p:nvPr/>
        </p:nvSpPr>
        <p:spPr>
          <a:xfrm>
            <a:off x="8966972" y="424803"/>
            <a:ext cx="1932675" cy="1794142"/>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705593 w 1180076"/>
              <a:gd name="connsiteY0" fmla="*/ 18038 h 1095878"/>
              <a:gd name="connsiteX1" fmla="*/ 75575 w 1180076"/>
              <a:gd name="connsiteY1" fmla="*/ 227636 h 1095878"/>
              <a:gd name="connsiteX2" fmla="*/ 132614 w 1180076"/>
              <a:gd name="connsiteY2" fmla="*/ 849274 h 1095878"/>
              <a:gd name="connsiteX3" fmla="*/ 561868 w 1180076"/>
              <a:gd name="connsiteY3" fmla="*/ 1089351 h 1095878"/>
              <a:gd name="connsiteX4" fmla="*/ 644179 w 1180076"/>
              <a:gd name="connsiteY4" fmla="*/ 996142 h 1095878"/>
              <a:gd name="connsiteX5" fmla="*/ 1176606 w 1180076"/>
              <a:gd name="connsiteY5" fmla="*/ 564954 h 1095878"/>
              <a:gd name="connsiteX6" fmla="*/ 705593 w 1180076"/>
              <a:gd name="connsiteY6" fmla="*/ 18038 h 1095878"/>
              <a:gd name="connsiteX0" fmla="*/ 708270 w 1182753"/>
              <a:gd name="connsiteY0" fmla="*/ 20981 h 1098821"/>
              <a:gd name="connsiteX1" fmla="*/ 78252 w 1182753"/>
              <a:gd name="connsiteY1" fmla="*/ 230579 h 1098821"/>
              <a:gd name="connsiteX2" fmla="*/ 135291 w 1182753"/>
              <a:gd name="connsiteY2" fmla="*/ 852217 h 1098821"/>
              <a:gd name="connsiteX3" fmla="*/ 564545 w 1182753"/>
              <a:gd name="connsiteY3" fmla="*/ 1092294 h 1098821"/>
              <a:gd name="connsiteX4" fmla="*/ 646856 w 1182753"/>
              <a:gd name="connsiteY4" fmla="*/ 999085 h 1098821"/>
              <a:gd name="connsiteX5" fmla="*/ 1179283 w 1182753"/>
              <a:gd name="connsiteY5" fmla="*/ 567897 h 1098821"/>
              <a:gd name="connsiteX6" fmla="*/ 708270 w 1182753"/>
              <a:gd name="connsiteY6" fmla="*/ 20981 h 1098821"/>
              <a:gd name="connsiteX0" fmla="*/ 679326 w 1153809"/>
              <a:gd name="connsiteY0" fmla="*/ 17723 h 1095563"/>
              <a:gd name="connsiteX1" fmla="*/ 49308 w 1153809"/>
              <a:gd name="connsiteY1" fmla="*/ 227321 h 1095563"/>
              <a:gd name="connsiteX2" fmla="*/ 168633 w 1153809"/>
              <a:gd name="connsiteY2" fmla="*/ 836216 h 1095563"/>
              <a:gd name="connsiteX3" fmla="*/ 535601 w 1153809"/>
              <a:gd name="connsiteY3" fmla="*/ 1089036 h 1095563"/>
              <a:gd name="connsiteX4" fmla="*/ 617912 w 1153809"/>
              <a:gd name="connsiteY4" fmla="*/ 995827 h 1095563"/>
              <a:gd name="connsiteX5" fmla="*/ 1150339 w 1153809"/>
              <a:gd name="connsiteY5" fmla="*/ 564639 h 1095563"/>
              <a:gd name="connsiteX6" fmla="*/ 679326 w 1153809"/>
              <a:gd name="connsiteY6" fmla="*/ 17723 h 1095563"/>
              <a:gd name="connsiteX0" fmla="*/ 694585 w 1169068"/>
              <a:gd name="connsiteY0" fmla="*/ 23432 h 1101272"/>
              <a:gd name="connsiteX1" fmla="*/ 64567 w 1169068"/>
              <a:gd name="connsiteY1" fmla="*/ 233030 h 1101272"/>
              <a:gd name="connsiteX2" fmla="*/ 183892 w 1169068"/>
              <a:gd name="connsiteY2" fmla="*/ 841925 h 1101272"/>
              <a:gd name="connsiteX3" fmla="*/ 550860 w 1169068"/>
              <a:gd name="connsiteY3" fmla="*/ 1094745 h 1101272"/>
              <a:gd name="connsiteX4" fmla="*/ 633171 w 1169068"/>
              <a:gd name="connsiteY4" fmla="*/ 1001536 h 1101272"/>
              <a:gd name="connsiteX5" fmla="*/ 1165598 w 1169068"/>
              <a:gd name="connsiteY5" fmla="*/ 570348 h 1101272"/>
              <a:gd name="connsiteX6" fmla="*/ 694585 w 1169068"/>
              <a:gd name="connsiteY6" fmla="*/ 23432 h 1101272"/>
              <a:gd name="connsiteX0" fmla="*/ 694585 w 1169068"/>
              <a:gd name="connsiteY0" fmla="*/ 23432 h 1094745"/>
              <a:gd name="connsiteX1" fmla="*/ 64567 w 1169068"/>
              <a:gd name="connsiteY1" fmla="*/ 233030 h 1094745"/>
              <a:gd name="connsiteX2" fmla="*/ 183892 w 1169068"/>
              <a:gd name="connsiteY2" fmla="*/ 841925 h 1094745"/>
              <a:gd name="connsiteX3" fmla="*/ 550860 w 1169068"/>
              <a:gd name="connsiteY3" fmla="*/ 1094745 h 1094745"/>
              <a:gd name="connsiteX4" fmla="*/ 633171 w 1169068"/>
              <a:gd name="connsiteY4" fmla="*/ 1001536 h 1094745"/>
              <a:gd name="connsiteX5" fmla="*/ 1165598 w 1169068"/>
              <a:gd name="connsiteY5" fmla="*/ 570348 h 1094745"/>
              <a:gd name="connsiteX6" fmla="*/ 694585 w 1169068"/>
              <a:gd name="connsiteY6" fmla="*/ 23432 h 1094745"/>
              <a:gd name="connsiteX0" fmla="*/ 673314 w 1147797"/>
              <a:gd name="connsiteY0" fmla="*/ 23432 h 1110674"/>
              <a:gd name="connsiteX1" fmla="*/ 43296 w 1147797"/>
              <a:gd name="connsiteY1" fmla="*/ 233030 h 1110674"/>
              <a:gd name="connsiteX2" fmla="*/ 162621 w 1147797"/>
              <a:gd name="connsiteY2" fmla="*/ 841925 h 1110674"/>
              <a:gd name="connsiteX3" fmla="*/ 529589 w 1147797"/>
              <a:gd name="connsiteY3" fmla="*/ 1110674 h 1110674"/>
              <a:gd name="connsiteX4" fmla="*/ 611900 w 1147797"/>
              <a:gd name="connsiteY4" fmla="*/ 1001536 h 1110674"/>
              <a:gd name="connsiteX5" fmla="*/ 1144327 w 1147797"/>
              <a:gd name="connsiteY5" fmla="*/ 570348 h 1110674"/>
              <a:gd name="connsiteX6" fmla="*/ 673314 w 1147797"/>
              <a:gd name="connsiteY6" fmla="*/ 23432 h 1110674"/>
              <a:gd name="connsiteX0" fmla="*/ 673144 w 1147627"/>
              <a:gd name="connsiteY0" fmla="*/ 23432 h 1069259"/>
              <a:gd name="connsiteX1" fmla="*/ 43126 w 1147627"/>
              <a:gd name="connsiteY1" fmla="*/ 233030 h 1069259"/>
              <a:gd name="connsiteX2" fmla="*/ 162451 w 1147627"/>
              <a:gd name="connsiteY2" fmla="*/ 841925 h 1069259"/>
              <a:gd name="connsiteX3" fmla="*/ 522498 w 1147627"/>
              <a:gd name="connsiteY3" fmla="*/ 1069259 h 1069259"/>
              <a:gd name="connsiteX4" fmla="*/ 611730 w 1147627"/>
              <a:gd name="connsiteY4" fmla="*/ 1001536 h 1069259"/>
              <a:gd name="connsiteX5" fmla="*/ 1144157 w 1147627"/>
              <a:gd name="connsiteY5" fmla="*/ 570348 h 1069259"/>
              <a:gd name="connsiteX6" fmla="*/ 673144 w 1147627"/>
              <a:gd name="connsiteY6" fmla="*/ 23432 h 1069259"/>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92578 w 1167061"/>
              <a:gd name="connsiteY0" fmla="*/ 23432 h 1117046"/>
              <a:gd name="connsiteX1" fmla="*/ 62560 w 1167061"/>
              <a:gd name="connsiteY1" fmla="*/ 233030 h 1117046"/>
              <a:gd name="connsiteX2" fmla="*/ 181885 w 1167061"/>
              <a:gd name="connsiteY2" fmla="*/ 841925 h 1117046"/>
              <a:gd name="connsiteX3" fmla="*/ 562694 w 1167061"/>
              <a:gd name="connsiteY3" fmla="*/ 1117046 h 1117046"/>
              <a:gd name="connsiteX4" fmla="*/ 631164 w 1167061"/>
              <a:gd name="connsiteY4" fmla="*/ 1001536 h 1117046"/>
              <a:gd name="connsiteX5" fmla="*/ 1163591 w 1167061"/>
              <a:gd name="connsiteY5" fmla="*/ 570348 h 1117046"/>
              <a:gd name="connsiteX6" fmla="*/ 692578 w 1167061"/>
              <a:gd name="connsiteY6" fmla="*/ 23432 h 1117046"/>
              <a:gd name="connsiteX0" fmla="*/ 672890 w 1147373"/>
              <a:gd name="connsiteY0" fmla="*/ 23432 h 1091560"/>
              <a:gd name="connsiteX1" fmla="*/ 42872 w 1147373"/>
              <a:gd name="connsiteY1" fmla="*/ 233030 h 1091560"/>
              <a:gd name="connsiteX2" fmla="*/ 162197 w 1147373"/>
              <a:gd name="connsiteY2" fmla="*/ 841925 h 1091560"/>
              <a:gd name="connsiteX3" fmla="*/ 511862 w 1147373"/>
              <a:gd name="connsiteY3" fmla="*/ 1091560 h 1091560"/>
              <a:gd name="connsiteX4" fmla="*/ 611476 w 1147373"/>
              <a:gd name="connsiteY4" fmla="*/ 1001536 h 1091560"/>
              <a:gd name="connsiteX5" fmla="*/ 1143903 w 1147373"/>
              <a:gd name="connsiteY5" fmla="*/ 570348 h 1091560"/>
              <a:gd name="connsiteX6" fmla="*/ 672890 w 1147373"/>
              <a:gd name="connsiteY6" fmla="*/ 23432 h 1091560"/>
              <a:gd name="connsiteX0" fmla="*/ 684200 w 1158683"/>
              <a:gd name="connsiteY0" fmla="*/ 23432 h 1091560"/>
              <a:gd name="connsiteX1" fmla="*/ 54182 w 1158683"/>
              <a:gd name="connsiteY1" fmla="*/ 233030 h 1091560"/>
              <a:gd name="connsiteX2" fmla="*/ 173507 w 1158683"/>
              <a:gd name="connsiteY2" fmla="*/ 841925 h 1091560"/>
              <a:gd name="connsiteX3" fmla="*/ 523172 w 1158683"/>
              <a:gd name="connsiteY3" fmla="*/ 1091560 h 1091560"/>
              <a:gd name="connsiteX4" fmla="*/ 622786 w 1158683"/>
              <a:gd name="connsiteY4" fmla="*/ 1001536 h 1091560"/>
              <a:gd name="connsiteX5" fmla="*/ 1155213 w 1158683"/>
              <a:gd name="connsiteY5" fmla="*/ 570348 h 1091560"/>
              <a:gd name="connsiteX6" fmla="*/ 684200 w 1158683"/>
              <a:gd name="connsiteY6" fmla="*/ 23432 h 1091560"/>
              <a:gd name="connsiteX0" fmla="*/ 688004 w 1162487"/>
              <a:gd name="connsiteY0" fmla="*/ 17312 h 1085440"/>
              <a:gd name="connsiteX1" fmla="*/ 57986 w 1162487"/>
              <a:gd name="connsiteY1" fmla="*/ 226910 h 1085440"/>
              <a:gd name="connsiteX2" fmla="*/ 125406 w 1162487"/>
              <a:gd name="connsiteY2" fmla="*/ 803947 h 1085440"/>
              <a:gd name="connsiteX3" fmla="*/ 526976 w 1162487"/>
              <a:gd name="connsiteY3" fmla="*/ 1085440 h 1085440"/>
              <a:gd name="connsiteX4" fmla="*/ 626590 w 1162487"/>
              <a:gd name="connsiteY4" fmla="*/ 995416 h 1085440"/>
              <a:gd name="connsiteX5" fmla="*/ 1159017 w 1162487"/>
              <a:gd name="connsiteY5" fmla="*/ 564228 h 1085440"/>
              <a:gd name="connsiteX6" fmla="*/ 688004 w 1162487"/>
              <a:gd name="connsiteY6" fmla="*/ 17312 h 1085440"/>
              <a:gd name="connsiteX0" fmla="*/ 663909 w 1138392"/>
              <a:gd name="connsiteY0" fmla="*/ 17764 h 1085892"/>
              <a:gd name="connsiteX1" fmla="*/ 33891 w 1138392"/>
              <a:gd name="connsiteY1" fmla="*/ 227362 h 1085892"/>
              <a:gd name="connsiteX2" fmla="*/ 170518 w 1138392"/>
              <a:gd name="connsiteY2" fmla="*/ 839443 h 1085892"/>
              <a:gd name="connsiteX3" fmla="*/ 502881 w 1138392"/>
              <a:gd name="connsiteY3" fmla="*/ 1085892 h 1085892"/>
              <a:gd name="connsiteX4" fmla="*/ 602495 w 1138392"/>
              <a:gd name="connsiteY4" fmla="*/ 995868 h 1085892"/>
              <a:gd name="connsiteX5" fmla="*/ 1134922 w 1138392"/>
              <a:gd name="connsiteY5" fmla="*/ 564680 h 1085892"/>
              <a:gd name="connsiteX6" fmla="*/ 663909 w 1138392"/>
              <a:gd name="connsiteY6" fmla="*/ 17764 h 1085892"/>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9097"/>
              <a:gd name="connsiteY0" fmla="*/ 24729 h 1092857"/>
              <a:gd name="connsiteX1" fmla="*/ 67353 w 1169097"/>
              <a:gd name="connsiteY1" fmla="*/ 234327 h 1092857"/>
              <a:gd name="connsiteX2" fmla="*/ 203980 w 1169097"/>
              <a:gd name="connsiteY2" fmla="*/ 846408 h 1092857"/>
              <a:gd name="connsiteX3" fmla="*/ 536343 w 1169097"/>
              <a:gd name="connsiteY3" fmla="*/ 1092857 h 1092857"/>
              <a:gd name="connsiteX4" fmla="*/ 667100 w 1169097"/>
              <a:gd name="connsiteY4" fmla="*/ 986904 h 1092857"/>
              <a:gd name="connsiteX5" fmla="*/ 1168384 w 1169097"/>
              <a:gd name="connsiteY5" fmla="*/ 571645 h 1092857"/>
              <a:gd name="connsiteX6" fmla="*/ 697371 w 1169097"/>
              <a:gd name="connsiteY6" fmla="*/ 24729 h 1092857"/>
              <a:gd name="connsiteX0" fmla="*/ 677555 w 1149281"/>
              <a:gd name="connsiteY0" fmla="*/ 20960 h 1089088"/>
              <a:gd name="connsiteX1" fmla="*/ 47537 w 1149281"/>
              <a:gd name="connsiteY1" fmla="*/ 230558 h 1089088"/>
              <a:gd name="connsiteX2" fmla="*/ 184164 w 1149281"/>
              <a:gd name="connsiteY2" fmla="*/ 842639 h 1089088"/>
              <a:gd name="connsiteX3" fmla="*/ 516527 w 1149281"/>
              <a:gd name="connsiteY3" fmla="*/ 1089088 h 1089088"/>
              <a:gd name="connsiteX4" fmla="*/ 647284 w 1149281"/>
              <a:gd name="connsiteY4" fmla="*/ 983135 h 1089088"/>
              <a:gd name="connsiteX5" fmla="*/ 1148568 w 1149281"/>
              <a:gd name="connsiteY5" fmla="*/ 567876 h 1089088"/>
              <a:gd name="connsiteX6" fmla="*/ 677555 w 1149281"/>
              <a:gd name="connsiteY6" fmla="*/ 20960 h 1089088"/>
              <a:gd name="connsiteX0" fmla="*/ 679871 w 1151597"/>
              <a:gd name="connsiteY0" fmla="*/ 18389 h 1086517"/>
              <a:gd name="connsiteX1" fmla="*/ 36012 w 1151597"/>
              <a:gd name="connsiteY1" fmla="*/ 253473 h 1086517"/>
              <a:gd name="connsiteX2" fmla="*/ 186480 w 1151597"/>
              <a:gd name="connsiteY2" fmla="*/ 840068 h 1086517"/>
              <a:gd name="connsiteX3" fmla="*/ 518843 w 1151597"/>
              <a:gd name="connsiteY3" fmla="*/ 1086517 h 1086517"/>
              <a:gd name="connsiteX4" fmla="*/ 649600 w 1151597"/>
              <a:gd name="connsiteY4" fmla="*/ 980564 h 1086517"/>
              <a:gd name="connsiteX5" fmla="*/ 1150884 w 1151597"/>
              <a:gd name="connsiteY5" fmla="*/ 565305 h 1086517"/>
              <a:gd name="connsiteX6" fmla="*/ 679871 w 1151597"/>
              <a:gd name="connsiteY6" fmla="*/ 18389 h 1086517"/>
              <a:gd name="connsiteX0" fmla="*/ 689206 w 1160932"/>
              <a:gd name="connsiteY0" fmla="*/ 18389 h 1086517"/>
              <a:gd name="connsiteX1" fmla="*/ 45347 w 1160932"/>
              <a:gd name="connsiteY1" fmla="*/ 253473 h 1086517"/>
              <a:gd name="connsiteX2" fmla="*/ 195815 w 1160932"/>
              <a:gd name="connsiteY2" fmla="*/ 840068 h 1086517"/>
              <a:gd name="connsiteX3" fmla="*/ 528178 w 1160932"/>
              <a:gd name="connsiteY3" fmla="*/ 1086517 h 1086517"/>
              <a:gd name="connsiteX4" fmla="*/ 658935 w 1160932"/>
              <a:gd name="connsiteY4" fmla="*/ 980564 h 1086517"/>
              <a:gd name="connsiteX5" fmla="*/ 1160219 w 1160932"/>
              <a:gd name="connsiteY5" fmla="*/ 565305 h 1086517"/>
              <a:gd name="connsiteX6" fmla="*/ 689206 w 1160932"/>
              <a:gd name="connsiteY6" fmla="*/ 18389 h 1086517"/>
              <a:gd name="connsiteX0" fmla="*/ 681270 w 1152996"/>
              <a:gd name="connsiteY0" fmla="*/ 15751 h 1083879"/>
              <a:gd name="connsiteX1" fmla="*/ 37411 w 1152996"/>
              <a:gd name="connsiteY1" fmla="*/ 250835 h 1083879"/>
              <a:gd name="connsiteX2" fmla="*/ 167117 w 1152996"/>
              <a:gd name="connsiteY2" fmla="*/ 831058 h 1083879"/>
              <a:gd name="connsiteX3" fmla="*/ 520242 w 1152996"/>
              <a:gd name="connsiteY3" fmla="*/ 1083879 h 1083879"/>
              <a:gd name="connsiteX4" fmla="*/ 650999 w 1152996"/>
              <a:gd name="connsiteY4" fmla="*/ 977926 h 1083879"/>
              <a:gd name="connsiteX5" fmla="*/ 1152283 w 1152996"/>
              <a:gd name="connsiteY5" fmla="*/ 562667 h 1083879"/>
              <a:gd name="connsiteX6" fmla="*/ 681270 w 1152996"/>
              <a:gd name="connsiteY6" fmla="*/ 15751 h 1083879"/>
              <a:gd name="connsiteX0" fmla="*/ 687374 w 1159100"/>
              <a:gd name="connsiteY0" fmla="*/ 21278 h 1089406"/>
              <a:gd name="connsiteX1" fmla="*/ 43515 w 1159100"/>
              <a:gd name="connsiteY1" fmla="*/ 256362 h 1089406"/>
              <a:gd name="connsiteX2" fmla="*/ 173221 w 1159100"/>
              <a:gd name="connsiteY2" fmla="*/ 836585 h 1089406"/>
              <a:gd name="connsiteX3" fmla="*/ 526346 w 1159100"/>
              <a:gd name="connsiteY3" fmla="*/ 1089406 h 1089406"/>
              <a:gd name="connsiteX4" fmla="*/ 657103 w 1159100"/>
              <a:gd name="connsiteY4" fmla="*/ 983453 h 1089406"/>
              <a:gd name="connsiteX5" fmla="*/ 1158387 w 1159100"/>
              <a:gd name="connsiteY5" fmla="*/ 568194 h 1089406"/>
              <a:gd name="connsiteX6" fmla="*/ 687374 w 1159100"/>
              <a:gd name="connsiteY6" fmla="*/ 21278 h 1089406"/>
              <a:gd name="connsiteX0" fmla="*/ 692348 w 1164074"/>
              <a:gd name="connsiteY0" fmla="*/ 21278 h 1089406"/>
              <a:gd name="connsiteX1" fmla="*/ 48489 w 1164074"/>
              <a:gd name="connsiteY1" fmla="*/ 256362 h 1089406"/>
              <a:gd name="connsiteX2" fmla="*/ 178195 w 1164074"/>
              <a:gd name="connsiteY2" fmla="*/ 836585 h 1089406"/>
              <a:gd name="connsiteX3" fmla="*/ 531320 w 1164074"/>
              <a:gd name="connsiteY3" fmla="*/ 1089406 h 1089406"/>
              <a:gd name="connsiteX4" fmla="*/ 662077 w 1164074"/>
              <a:gd name="connsiteY4" fmla="*/ 983453 h 1089406"/>
              <a:gd name="connsiteX5" fmla="*/ 1163361 w 1164074"/>
              <a:gd name="connsiteY5" fmla="*/ 568194 h 1089406"/>
              <a:gd name="connsiteX6" fmla="*/ 692348 w 1164074"/>
              <a:gd name="connsiteY6" fmla="*/ 21278 h 1089406"/>
              <a:gd name="connsiteX0" fmla="*/ 691597 w 1163323"/>
              <a:gd name="connsiteY0" fmla="*/ 21278 h 1089406"/>
              <a:gd name="connsiteX1" fmla="*/ 47738 w 1163323"/>
              <a:gd name="connsiteY1" fmla="*/ 256362 h 1089406"/>
              <a:gd name="connsiteX2" fmla="*/ 177444 w 1163323"/>
              <a:gd name="connsiteY2" fmla="*/ 836585 h 1089406"/>
              <a:gd name="connsiteX3" fmla="*/ 530569 w 1163323"/>
              <a:gd name="connsiteY3" fmla="*/ 1089406 h 1089406"/>
              <a:gd name="connsiteX4" fmla="*/ 661326 w 1163323"/>
              <a:gd name="connsiteY4" fmla="*/ 983453 h 1089406"/>
              <a:gd name="connsiteX5" fmla="*/ 1162610 w 1163323"/>
              <a:gd name="connsiteY5" fmla="*/ 568194 h 1089406"/>
              <a:gd name="connsiteX6" fmla="*/ 691597 w 1163323"/>
              <a:gd name="connsiteY6" fmla="*/ 21278 h 108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323" h="1089406">
                <a:moveTo>
                  <a:pt x="691597" y="21278"/>
                </a:moveTo>
                <a:cubicBezTo>
                  <a:pt x="394473" y="-46962"/>
                  <a:pt x="147271" y="53576"/>
                  <a:pt x="47738" y="256362"/>
                </a:cubicBezTo>
                <a:cubicBezTo>
                  <a:pt x="-51795" y="459148"/>
                  <a:pt x="10463" y="713673"/>
                  <a:pt x="177444" y="836585"/>
                </a:cubicBezTo>
                <a:cubicBezTo>
                  <a:pt x="306683" y="931715"/>
                  <a:pt x="383022" y="912010"/>
                  <a:pt x="530569" y="1089406"/>
                </a:cubicBezTo>
                <a:cubicBezTo>
                  <a:pt x="536242" y="1008753"/>
                  <a:pt x="533494" y="1009260"/>
                  <a:pt x="661326" y="983453"/>
                </a:cubicBezTo>
                <a:cubicBezTo>
                  <a:pt x="782237" y="954461"/>
                  <a:pt x="1147184" y="859173"/>
                  <a:pt x="1162610" y="568194"/>
                </a:cubicBezTo>
                <a:cubicBezTo>
                  <a:pt x="1178036" y="277215"/>
                  <a:pt x="940771" y="78499"/>
                  <a:pt x="691597" y="21278"/>
                </a:cubicBezTo>
                <a:close/>
              </a:path>
            </a:pathLst>
          </a:custGeom>
          <a:solidFill>
            <a:srgbClr val="F0F5F5"/>
          </a:solidFill>
          <a:ln w="2251" cap="flat">
            <a:noFill/>
            <a:prstDash val="solid"/>
            <a:miter/>
          </a:ln>
        </p:spPr>
        <p:txBody>
          <a:bodyPr lIns="36000" tIns="0" rIns="36000" bIns="72000" rtlCol="0" anchor="ctr"/>
          <a:lstStyle/>
          <a:p>
            <a:pPr algn="ctr">
              <a:lnSpc>
                <a:spcPct val="90000"/>
              </a:lnSpc>
            </a:pPr>
            <a:r>
              <a:rPr lang="en-FI" sz="1200" kern="900" spc="-30" dirty="0"/>
              <a:t>You can delete all the info/tips slides once you’re done with making your presentation</a:t>
            </a:r>
          </a:p>
        </p:txBody>
      </p:sp>
    </p:spTree>
    <p:extLst>
      <p:ext uri="{BB962C8B-B14F-4D97-AF65-F5344CB8AC3E}">
        <p14:creationId xmlns:p14="http://schemas.microsoft.com/office/powerpoint/2010/main" val="492999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dirty="0" err="1"/>
              <a:t>Edit</a:t>
            </a:r>
            <a:r>
              <a:rPr lang="fi-FI" dirty="0"/>
              <a:t> </a:t>
            </a:r>
            <a:r>
              <a:rPr lang="fi-FI" dirty="0" err="1"/>
              <a:t>the</a:t>
            </a:r>
            <a:r>
              <a:rPr lang="fi-FI" dirty="0"/>
              <a:t> </a:t>
            </a:r>
            <a:r>
              <a:rPr lang="fi-FI" dirty="0" err="1"/>
              <a:t>Footer</a:t>
            </a:r>
            <a:r>
              <a:rPr lang="fi-FI" dirty="0"/>
              <a:t> </a:t>
            </a:r>
            <a:r>
              <a:rPr lang="fi-FI" dirty="0" err="1"/>
              <a:t>Text</a:t>
            </a:r>
            <a:r>
              <a:rPr lang="fi-FI" dirty="0"/>
              <a:t>!?</a:t>
            </a:r>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dirty="0"/>
              <a:t>PLEASE READ BEFORE MAKING YOUR GREAT PRESENTATION</a:t>
            </a:r>
          </a:p>
        </p:txBody>
      </p:sp>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p:txBody>
          <a:bodyPr/>
          <a:lstStyle/>
          <a:p>
            <a:pPr marL="7937" indent="0">
              <a:buNone/>
            </a:pPr>
            <a:r>
              <a:rPr lang="en-US" dirty="0"/>
              <a:t>Change the footer to suit your presentation. </a:t>
            </a:r>
            <a:br>
              <a:rPr lang="en-US" dirty="0"/>
            </a:br>
            <a:r>
              <a:rPr lang="en-US" dirty="0"/>
              <a:t>Offers etc. should always be labelled confidential. </a:t>
            </a:r>
            <a:br>
              <a:rPr lang="en-US" dirty="0"/>
            </a:br>
            <a:r>
              <a:rPr lang="en-US" dirty="0"/>
              <a:t>Change it or hide it, if not needed.</a:t>
            </a:r>
          </a:p>
          <a:p>
            <a:pPr marL="7937" indent="0">
              <a:buNone/>
            </a:pPr>
            <a:r>
              <a:rPr lang="en-US" dirty="0"/>
              <a:t>See our classification guidelines in </a:t>
            </a:r>
            <a:r>
              <a:rPr lang="en-US" dirty="0">
                <a:hlinkClick r:id="rId2"/>
              </a:rPr>
              <a:t>Confluence</a:t>
            </a:r>
            <a:br>
              <a:rPr lang="en-US" dirty="0"/>
            </a:br>
            <a:r>
              <a:rPr lang="en-US" dirty="0"/>
              <a:t>This placeholder can however also be used “freely” </a:t>
            </a:r>
            <a:br>
              <a:rPr lang="en-US" dirty="0"/>
            </a:br>
            <a:r>
              <a:rPr lang="en-US" dirty="0"/>
              <a:t>for labelling a document or page.</a:t>
            </a:r>
            <a:endParaRPr lang="fi-FI" dirty="0"/>
          </a:p>
          <a:p>
            <a:r>
              <a:rPr lang="en-US" dirty="0"/>
              <a:t>Choose "</a:t>
            </a:r>
            <a:r>
              <a:rPr lang="en-US" b="1" dirty="0"/>
              <a:t>Insert / Header &amp; Footer</a:t>
            </a:r>
            <a:r>
              <a:rPr lang="en-US" dirty="0"/>
              <a:t>" </a:t>
            </a:r>
            <a:br>
              <a:rPr lang="en-US" dirty="0"/>
            </a:br>
            <a:r>
              <a:rPr lang="en-US" dirty="0"/>
              <a:t>to change footer text.</a:t>
            </a:r>
          </a:p>
          <a:p>
            <a:r>
              <a:rPr lang="en-US" dirty="0"/>
              <a:t>In the panel you can change the footer</a:t>
            </a:r>
            <a:br>
              <a:rPr lang="en-US" dirty="0"/>
            </a:br>
            <a:r>
              <a:rPr lang="en-US" dirty="0"/>
              <a:t>text.</a:t>
            </a:r>
          </a:p>
          <a:p>
            <a:r>
              <a:rPr lang="en-US" dirty="0"/>
              <a:t>If you want the same changes/footer </a:t>
            </a:r>
            <a:br>
              <a:rPr lang="en-US" dirty="0"/>
            </a:br>
            <a:r>
              <a:rPr lang="en-US" dirty="0"/>
              <a:t>to all slides choose "</a:t>
            </a:r>
            <a:r>
              <a:rPr lang="en-US" b="1" dirty="0"/>
              <a:t>Apply to All</a:t>
            </a:r>
            <a:r>
              <a:rPr lang="en-US" dirty="0"/>
              <a:t>“</a:t>
            </a:r>
          </a:p>
        </p:txBody>
      </p:sp>
      <p:pic>
        <p:nvPicPr>
          <p:cNvPr id="8" name="Picture 7" descr="Graphical user interface, application&#10;&#10;Description automatically generated">
            <a:extLst>
              <a:ext uri="{FF2B5EF4-FFF2-40B4-BE49-F238E27FC236}">
                <a16:creationId xmlns:a16="http://schemas.microsoft.com/office/drawing/2014/main" id="{33B19C1E-A7E2-AABE-7D3A-79FFD3EE8C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2312830"/>
            <a:ext cx="4010239" cy="2764738"/>
          </a:xfrm>
          <a:prstGeom prst="rect">
            <a:avLst/>
          </a:prstGeom>
          <a:ln w="3175">
            <a:solidFill>
              <a:srgbClr val="647D83"/>
            </a:solidFill>
          </a:ln>
        </p:spPr>
      </p:pic>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CONFIDENTIAL</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2</a:t>
            </a:fld>
            <a:endParaRPr lang="fi-FI"/>
          </a:p>
        </p:txBody>
      </p:sp>
      <p:cxnSp>
        <p:nvCxnSpPr>
          <p:cNvPr id="10" name="Straight Connector 9">
            <a:extLst>
              <a:ext uri="{FF2B5EF4-FFF2-40B4-BE49-F238E27FC236}">
                <a16:creationId xmlns:a16="http://schemas.microsoft.com/office/drawing/2014/main" id="{2FA4415F-E877-AC19-739C-04113CC33F07}"/>
              </a:ext>
            </a:extLst>
          </p:cNvPr>
          <p:cNvCxnSpPr>
            <a:cxnSpLocks/>
          </p:cNvCxnSpPr>
          <p:nvPr/>
        </p:nvCxnSpPr>
        <p:spPr>
          <a:xfrm flipV="1">
            <a:off x="7789791" y="1389529"/>
            <a:ext cx="3801574" cy="2915632"/>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645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Chart&#10;&#10;Description automatically generated with low confidence">
            <a:extLst>
              <a:ext uri="{FF2B5EF4-FFF2-40B4-BE49-F238E27FC236}">
                <a16:creationId xmlns:a16="http://schemas.microsoft.com/office/drawing/2014/main" id="{943C9F1F-05DE-5275-0727-9AABC578086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718220" y="590355"/>
            <a:ext cx="1569687" cy="2536868"/>
          </a:xfrm>
          <a:prstGeom prst="rect">
            <a:avLst/>
          </a:prstGeom>
        </p:spPr>
      </p:pic>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a:xfrm>
            <a:off x="695326" y="1822888"/>
            <a:ext cx="4555100" cy="1057280"/>
          </a:xfrm>
        </p:spPr>
        <p:txBody>
          <a:bodyPr/>
          <a:lstStyle/>
          <a:p>
            <a:pPr marL="7937" indent="0">
              <a:buNone/>
            </a:pPr>
            <a:r>
              <a:rPr lang="en-US" sz="1600" noProof="1"/>
              <a:t>This new template now has the full Gofore colour-palette built in, yay! So, when choosing colors, use the custom colours palette and you’ll be safe. </a:t>
            </a:r>
            <a:br>
              <a:rPr lang="en-US" sz="1600" noProof="1"/>
            </a:br>
            <a:r>
              <a:rPr lang="en-US" sz="1600" noProof="1"/>
              <a:t>Theme colours are ok too.</a:t>
            </a:r>
            <a:endParaRPr lang="en-US" sz="1200" noProof="1"/>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a:t>PLEASE READ BEFORE MAKING YOUR GREAT PRESENTATION</a:t>
            </a:r>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3</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err="1"/>
              <a:t>Colours</a:t>
            </a:r>
            <a:endParaRPr lang="fi-FI"/>
          </a:p>
        </p:txBody>
      </p:sp>
      <p:cxnSp>
        <p:nvCxnSpPr>
          <p:cNvPr id="76" name="Straight Connector 75">
            <a:extLst>
              <a:ext uri="{FF2B5EF4-FFF2-40B4-BE49-F238E27FC236}">
                <a16:creationId xmlns:a16="http://schemas.microsoft.com/office/drawing/2014/main" id="{72279829-C502-760E-71B9-0877FF9BF566}"/>
              </a:ext>
              <a:ext uri="{C183D7F6-B498-43B3-948B-1728B52AA6E4}">
                <adec:decorative xmlns:adec="http://schemas.microsoft.com/office/drawing/2017/decorative" val="1"/>
              </a:ext>
            </a:extLst>
          </p:cNvPr>
          <p:cNvCxnSpPr>
            <a:cxnSpLocks/>
          </p:cNvCxnSpPr>
          <p:nvPr/>
        </p:nvCxnSpPr>
        <p:spPr>
          <a:xfrm flipH="1">
            <a:off x="6837641" y="1042188"/>
            <a:ext cx="1318367" cy="601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03BB63A-4B42-063D-5269-A1DB88821A03}"/>
              </a:ext>
              <a:ext uri="{C183D7F6-B498-43B3-948B-1728B52AA6E4}">
                <adec:decorative xmlns:adec="http://schemas.microsoft.com/office/drawing/2017/decorative" val="1"/>
              </a:ext>
            </a:extLst>
          </p:cNvPr>
          <p:cNvCxnSpPr>
            <a:cxnSpLocks/>
          </p:cNvCxnSpPr>
          <p:nvPr/>
        </p:nvCxnSpPr>
        <p:spPr>
          <a:xfrm flipH="1" flipV="1">
            <a:off x="6837641" y="1042188"/>
            <a:ext cx="1316496" cy="601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DCBC0F49-D21E-31DA-2E98-95ACB6977A00}"/>
              </a:ext>
              <a:ext uri="{C183D7F6-B498-43B3-948B-1728B52AA6E4}">
                <adec:decorative xmlns:adec="http://schemas.microsoft.com/office/drawing/2017/decorative" val="1"/>
              </a:ext>
            </a:extLst>
          </p:cNvPr>
          <p:cNvSpPr/>
          <p:nvPr/>
        </p:nvSpPr>
        <p:spPr>
          <a:xfrm>
            <a:off x="6779266" y="1015357"/>
            <a:ext cx="1403176" cy="6413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29" name="Straight Connector 28">
            <a:extLst>
              <a:ext uri="{FF2B5EF4-FFF2-40B4-BE49-F238E27FC236}">
                <a16:creationId xmlns:a16="http://schemas.microsoft.com/office/drawing/2014/main" id="{77120E06-0290-C49B-C401-47FB7BD62794}"/>
              </a:ext>
              <a:ext uri="{C183D7F6-B498-43B3-948B-1728B52AA6E4}">
                <adec:decorative xmlns:adec="http://schemas.microsoft.com/office/drawing/2017/decorative" val="1"/>
              </a:ext>
            </a:extLst>
          </p:cNvPr>
          <p:cNvCxnSpPr>
            <a:cxnSpLocks/>
          </p:cNvCxnSpPr>
          <p:nvPr/>
        </p:nvCxnSpPr>
        <p:spPr>
          <a:xfrm flipH="1">
            <a:off x="6830484" y="2307731"/>
            <a:ext cx="1318367" cy="33103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0FE976F-022C-E228-F611-974C0B04181E}"/>
              </a:ext>
              <a:ext uri="{C183D7F6-B498-43B3-948B-1728B52AA6E4}">
                <adec:decorative xmlns:adec="http://schemas.microsoft.com/office/drawing/2017/decorative" val="1"/>
              </a:ext>
            </a:extLst>
          </p:cNvPr>
          <p:cNvCxnSpPr>
            <a:cxnSpLocks/>
          </p:cNvCxnSpPr>
          <p:nvPr/>
        </p:nvCxnSpPr>
        <p:spPr>
          <a:xfrm flipH="1" flipV="1">
            <a:off x="6830484" y="2307731"/>
            <a:ext cx="1329760" cy="33103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AEB7CDFA-F564-0F7D-049F-079E5F69497C}"/>
              </a:ext>
              <a:ext uri="{C183D7F6-B498-43B3-948B-1728B52AA6E4}">
                <adec:decorative xmlns:adec="http://schemas.microsoft.com/office/drawing/2017/decorative" val="1"/>
              </a:ext>
            </a:extLst>
          </p:cNvPr>
          <p:cNvSpPr/>
          <p:nvPr/>
        </p:nvSpPr>
        <p:spPr>
          <a:xfrm>
            <a:off x="6787765" y="2293534"/>
            <a:ext cx="1403176" cy="3528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19" name="Straight Connector 18">
            <a:extLst>
              <a:ext uri="{FF2B5EF4-FFF2-40B4-BE49-F238E27FC236}">
                <a16:creationId xmlns:a16="http://schemas.microsoft.com/office/drawing/2014/main" id="{9FC59BAD-411C-0AC9-EA40-1642501FC6AD}"/>
              </a:ext>
              <a:ext uri="{C183D7F6-B498-43B3-948B-1728B52AA6E4}">
                <adec:decorative xmlns:adec="http://schemas.microsoft.com/office/drawing/2017/decorative" val="1"/>
              </a:ext>
            </a:extLst>
          </p:cNvPr>
          <p:cNvCxnSpPr>
            <a:cxnSpLocks/>
          </p:cNvCxnSpPr>
          <p:nvPr/>
        </p:nvCxnSpPr>
        <p:spPr>
          <a:xfrm>
            <a:off x="1012417" y="2539166"/>
            <a:ext cx="1353968" cy="0"/>
          </a:xfrm>
          <a:prstGeom prst="line">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Content Placeholder 1">
            <a:extLst>
              <a:ext uri="{FF2B5EF4-FFF2-40B4-BE49-F238E27FC236}">
                <a16:creationId xmlns:a16="http://schemas.microsoft.com/office/drawing/2014/main" id="{07CB268E-54A0-E231-8ADC-208FB4E2D93F}"/>
              </a:ext>
            </a:extLst>
          </p:cNvPr>
          <p:cNvSpPr txBox="1">
            <a:spLocks/>
          </p:cNvSpPr>
          <p:nvPr/>
        </p:nvSpPr>
        <p:spPr>
          <a:xfrm>
            <a:off x="695326" y="3365135"/>
            <a:ext cx="2042828" cy="3001289"/>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dirty="0"/>
              <a:t>Please do not mix too many (different) colours in one slide, less is more. Rule of thumb is to use one ”colour-family” at a time.</a:t>
            </a:r>
          </a:p>
          <a:p>
            <a:r>
              <a:rPr lang="en-GB" sz="1200" dirty="0"/>
              <a:t>Deep Blue, white and the greys can be mixed with all.</a:t>
            </a:r>
            <a:br>
              <a:rPr lang="en-GB" sz="1200" dirty="0"/>
            </a:br>
            <a:r>
              <a:rPr lang="en-GB" sz="1200" dirty="0"/>
              <a:t>(Orange also when in logo)</a:t>
            </a:r>
          </a:p>
          <a:p>
            <a:r>
              <a:rPr lang="en-GB" sz="1200" dirty="0"/>
              <a:t>Use one “lane” at a time, </a:t>
            </a:r>
            <a:br>
              <a:rPr lang="en-GB" sz="1200" dirty="0"/>
            </a:br>
            <a:r>
              <a:rPr lang="en-GB" sz="1200" dirty="0"/>
              <a:t>either A, B or C. Unless more colours necessary for e.g. a pie chart or graph.</a:t>
            </a:r>
          </a:p>
        </p:txBody>
      </p:sp>
      <p:cxnSp>
        <p:nvCxnSpPr>
          <p:cNvPr id="11" name="Straight Connector 10">
            <a:extLst>
              <a:ext uri="{FF2B5EF4-FFF2-40B4-BE49-F238E27FC236}">
                <a16:creationId xmlns:a16="http://schemas.microsoft.com/office/drawing/2014/main" id="{1DB1E30D-7D3D-0B79-B752-16EFC02B3FA8}"/>
              </a:ext>
            </a:extLst>
          </p:cNvPr>
          <p:cNvCxnSpPr>
            <a:cxnSpLocks/>
          </p:cNvCxnSpPr>
          <p:nvPr/>
        </p:nvCxnSpPr>
        <p:spPr>
          <a:xfrm>
            <a:off x="2941211" y="5475557"/>
            <a:ext cx="869526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3C99ABB-FE3F-BBE2-586F-0376F655A589}"/>
              </a:ext>
            </a:extLst>
          </p:cNvPr>
          <p:cNvCxnSpPr>
            <a:cxnSpLocks/>
          </p:cNvCxnSpPr>
          <p:nvPr/>
        </p:nvCxnSpPr>
        <p:spPr>
          <a:xfrm>
            <a:off x="2941211" y="4360128"/>
            <a:ext cx="869526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E7605F-9BC4-54FB-C2F3-18FC107DCFFA}"/>
              </a:ext>
            </a:extLst>
          </p:cNvPr>
          <p:cNvSpPr txBox="1"/>
          <p:nvPr/>
        </p:nvSpPr>
        <p:spPr>
          <a:xfrm>
            <a:off x="4857538" y="5223848"/>
            <a:ext cx="785472" cy="138499"/>
          </a:xfrm>
          <a:prstGeom prst="rect">
            <a:avLst/>
          </a:prstGeom>
          <a:noFill/>
        </p:spPr>
        <p:txBody>
          <a:bodyPr wrap="none" lIns="0" tIns="0" rIns="0" bIns="0" rtlCol="0">
            <a:spAutoFit/>
          </a:bodyPr>
          <a:lstStyle/>
          <a:p>
            <a:pPr algn="ctr"/>
            <a:r>
              <a:rPr lang="en-FI" sz="900"/>
              <a:t>Gofore Orange</a:t>
            </a:r>
          </a:p>
        </p:txBody>
      </p:sp>
      <p:sp>
        <p:nvSpPr>
          <p:cNvPr id="20" name="TextBox 19">
            <a:extLst>
              <a:ext uri="{FF2B5EF4-FFF2-40B4-BE49-F238E27FC236}">
                <a16:creationId xmlns:a16="http://schemas.microsoft.com/office/drawing/2014/main" id="{A7EBB223-1BAD-9CB0-6A42-1FBDE1A08E27}"/>
              </a:ext>
            </a:extLst>
          </p:cNvPr>
          <p:cNvSpPr txBox="1"/>
          <p:nvPr/>
        </p:nvSpPr>
        <p:spPr>
          <a:xfrm>
            <a:off x="5820562" y="5223848"/>
            <a:ext cx="652423" cy="138499"/>
          </a:xfrm>
          <a:prstGeom prst="rect">
            <a:avLst/>
          </a:prstGeom>
          <a:noFill/>
        </p:spPr>
        <p:txBody>
          <a:bodyPr wrap="none" lIns="0" tIns="0" rIns="0" bIns="0" rtlCol="0">
            <a:spAutoFit/>
          </a:bodyPr>
          <a:lstStyle/>
          <a:p>
            <a:pPr algn="ctr"/>
            <a:r>
              <a:rPr lang="en-FI" sz="900"/>
              <a:t>Salmon Byte</a:t>
            </a:r>
          </a:p>
        </p:txBody>
      </p:sp>
      <p:sp>
        <p:nvSpPr>
          <p:cNvPr id="23" name="TextBox 22">
            <a:extLst>
              <a:ext uri="{FF2B5EF4-FFF2-40B4-BE49-F238E27FC236}">
                <a16:creationId xmlns:a16="http://schemas.microsoft.com/office/drawing/2014/main" id="{F94682A6-2941-5BCA-3EC9-859AC7862C67}"/>
              </a:ext>
            </a:extLst>
          </p:cNvPr>
          <p:cNvSpPr txBox="1"/>
          <p:nvPr/>
        </p:nvSpPr>
        <p:spPr>
          <a:xfrm>
            <a:off x="6679185" y="5223848"/>
            <a:ext cx="708528" cy="138499"/>
          </a:xfrm>
          <a:prstGeom prst="rect">
            <a:avLst/>
          </a:prstGeom>
          <a:noFill/>
        </p:spPr>
        <p:txBody>
          <a:bodyPr wrap="none" lIns="0" tIns="0" rIns="0" bIns="0" rtlCol="0">
            <a:spAutoFit/>
          </a:bodyPr>
          <a:lstStyle/>
          <a:p>
            <a:pPr algn="ctr"/>
            <a:r>
              <a:rPr lang="en-FI" sz="900"/>
              <a:t>Granny Pants</a:t>
            </a:r>
          </a:p>
        </p:txBody>
      </p:sp>
      <p:sp>
        <p:nvSpPr>
          <p:cNvPr id="25" name="TextBox 24">
            <a:extLst>
              <a:ext uri="{FF2B5EF4-FFF2-40B4-BE49-F238E27FC236}">
                <a16:creationId xmlns:a16="http://schemas.microsoft.com/office/drawing/2014/main" id="{9136F6BD-9C12-D578-7C4D-D7C5E1FEF35E}"/>
              </a:ext>
            </a:extLst>
          </p:cNvPr>
          <p:cNvSpPr txBox="1"/>
          <p:nvPr/>
        </p:nvSpPr>
        <p:spPr>
          <a:xfrm>
            <a:off x="7695613" y="5223848"/>
            <a:ext cx="495328" cy="138499"/>
          </a:xfrm>
          <a:prstGeom prst="rect">
            <a:avLst/>
          </a:prstGeom>
          <a:noFill/>
        </p:spPr>
        <p:txBody>
          <a:bodyPr wrap="none" lIns="0" tIns="0" rIns="0" bIns="0" rtlCol="0">
            <a:spAutoFit/>
          </a:bodyPr>
          <a:lstStyle/>
          <a:p>
            <a:pPr algn="ctr"/>
            <a:r>
              <a:rPr lang="en-FI" sz="900"/>
              <a:t>Incognito</a:t>
            </a:r>
          </a:p>
        </p:txBody>
      </p:sp>
      <p:sp>
        <p:nvSpPr>
          <p:cNvPr id="27" name="TextBox 26">
            <a:extLst>
              <a:ext uri="{FF2B5EF4-FFF2-40B4-BE49-F238E27FC236}">
                <a16:creationId xmlns:a16="http://schemas.microsoft.com/office/drawing/2014/main" id="{671B8005-985B-D952-C782-ACCB8629E08E}"/>
              </a:ext>
            </a:extLst>
          </p:cNvPr>
          <p:cNvSpPr txBox="1"/>
          <p:nvPr/>
        </p:nvSpPr>
        <p:spPr>
          <a:xfrm>
            <a:off x="5787700" y="6346114"/>
            <a:ext cx="718146" cy="138499"/>
          </a:xfrm>
          <a:prstGeom prst="rect">
            <a:avLst/>
          </a:prstGeom>
          <a:noFill/>
        </p:spPr>
        <p:txBody>
          <a:bodyPr wrap="none" lIns="0" tIns="0" rIns="0" bIns="0" rtlCol="0">
            <a:spAutoFit/>
          </a:bodyPr>
          <a:lstStyle/>
          <a:p>
            <a:pPr algn="ctr"/>
            <a:r>
              <a:rPr lang="en-FI" sz="900"/>
              <a:t>Ruby on Rails</a:t>
            </a:r>
          </a:p>
        </p:txBody>
      </p:sp>
      <p:sp>
        <p:nvSpPr>
          <p:cNvPr id="35" name="TextBox 34">
            <a:extLst>
              <a:ext uri="{FF2B5EF4-FFF2-40B4-BE49-F238E27FC236}">
                <a16:creationId xmlns:a16="http://schemas.microsoft.com/office/drawing/2014/main" id="{880AAA8F-1018-BFE0-155D-C4E18C68F37C}"/>
              </a:ext>
            </a:extLst>
          </p:cNvPr>
          <p:cNvSpPr txBox="1"/>
          <p:nvPr/>
        </p:nvSpPr>
        <p:spPr>
          <a:xfrm>
            <a:off x="6748916" y="6346114"/>
            <a:ext cx="569067" cy="276999"/>
          </a:xfrm>
          <a:prstGeom prst="rect">
            <a:avLst/>
          </a:prstGeom>
          <a:noFill/>
        </p:spPr>
        <p:txBody>
          <a:bodyPr wrap="none" lIns="0" tIns="0" rIns="0" bIns="0" rtlCol="0">
            <a:spAutoFit/>
          </a:bodyPr>
          <a:lstStyle/>
          <a:p>
            <a:pPr algn="ctr"/>
            <a:r>
              <a:rPr lang="en-FI" sz="900" dirty="0"/>
              <a:t>Blushing</a:t>
            </a:r>
            <a:br>
              <a:rPr lang="en-FI" sz="900" dirty="0"/>
            </a:br>
            <a:r>
              <a:rPr lang="en-FI" sz="900" dirty="0"/>
              <a:t>Consultant</a:t>
            </a:r>
          </a:p>
        </p:txBody>
      </p:sp>
      <p:sp>
        <p:nvSpPr>
          <p:cNvPr id="37" name="TextBox 36">
            <a:extLst>
              <a:ext uri="{FF2B5EF4-FFF2-40B4-BE49-F238E27FC236}">
                <a16:creationId xmlns:a16="http://schemas.microsoft.com/office/drawing/2014/main" id="{BCF35677-695E-0ABA-9042-5A1499DA78D3}"/>
              </a:ext>
            </a:extLst>
          </p:cNvPr>
          <p:cNvSpPr txBox="1"/>
          <p:nvPr/>
        </p:nvSpPr>
        <p:spPr>
          <a:xfrm>
            <a:off x="7565770" y="6346114"/>
            <a:ext cx="755015" cy="138499"/>
          </a:xfrm>
          <a:prstGeom prst="rect">
            <a:avLst/>
          </a:prstGeom>
          <a:noFill/>
        </p:spPr>
        <p:txBody>
          <a:bodyPr wrap="none" lIns="0" tIns="0" rIns="0" bIns="0" rtlCol="0">
            <a:spAutoFit/>
          </a:bodyPr>
          <a:lstStyle/>
          <a:p>
            <a:pPr algn="ctr"/>
            <a:r>
              <a:rPr lang="en-FI" sz="900"/>
              <a:t>Blueberry Milk</a:t>
            </a:r>
          </a:p>
        </p:txBody>
      </p:sp>
      <p:sp>
        <p:nvSpPr>
          <p:cNvPr id="39" name="TextBox 38">
            <a:extLst>
              <a:ext uri="{FF2B5EF4-FFF2-40B4-BE49-F238E27FC236}">
                <a16:creationId xmlns:a16="http://schemas.microsoft.com/office/drawing/2014/main" id="{1E29B773-0852-4BB3-14DF-71A7E46F962B}"/>
              </a:ext>
            </a:extLst>
          </p:cNvPr>
          <p:cNvSpPr txBox="1"/>
          <p:nvPr/>
        </p:nvSpPr>
        <p:spPr>
          <a:xfrm>
            <a:off x="4951314" y="4097234"/>
            <a:ext cx="597921" cy="138499"/>
          </a:xfrm>
          <a:prstGeom prst="rect">
            <a:avLst/>
          </a:prstGeom>
          <a:noFill/>
        </p:spPr>
        <p:txBody>
          <a:bodyPr wrap="none" lIns="0" tIns="0" rIns="0" bIns="0" rtlCol="0">
            <a:spAutoFit/>
          </a:bodyPr>
          <a:lstStyle/>
          <a:p>
            <a:pPr algn="ctr"/>
            <a:r>
              <a:rPr lang="en-FI" sz="900"/>
              <a:t>Digital Blue</a:t>
            </a:r>
          </a:p>
        </p:txBody>
      </p:sp>
      <p:sp>
        <p:nvSpPr>
          <p:cNvPr id="41" name="TextBox 40">
            <a:extLst>
              <a:ext uri="{FF2B5EF4-FFF2-40B4-BE49-F238E27FC236}">
                <a16:creationId xmlns:a16="http://schemas.microsoft.com/office/drawing/2014/main" id="{D12BDB65-BBB9-01E0-F496-3ABA31387837}"/>
              </a:ext>
            </a:extLst>
          </p:cNvPr>
          <p:cNvSpPr txBox="1"/>
          <p:nvPr/>
        </p:nvSpPr>
        <p:spPr>
          <a:xfrm>
            <a:off x="5874263" y="4097234"/>
            <a:ext cx="545021" cy="138499"/>
          </a:xfrm>
          <a:prstGeom prst="rect">
            <a:avLst/>
          </a:prstGeom>
          <a:noFill/>
        </p:spPr>
        <p:txBody>
          <a:bodyPr wrap="none" lIns="0" tIns="0" rIns="0" bIns="0" rtlCol="0">
            <a:spAutoFit/>
          </a:bodyPr>
          <a:lstStyle/>
          <a:p>
            <a:pPr algn="ctr"/>
            <a:r>
              <a:rPr lang="en-FI" sz="900"/>
              <a:t>Code Blue</a:t>
            </a:r>
          </a:p>
        </p:txBody>
      </p:sp>
      <p:sp>
        <p:nvSpPr>
          <p:cNvPr id="43" name="TextBox 42">
            <a:extLst>
              <a:ext uri="{FF2B5EF4-FFF2-40B4-BE49-F238E27FC236}">
                <a16:creationId xmlns:a16="http://schemas.microsoft.com/office/drawing/2014/main" id="{0384E663-EB32-7A40-2B78-AF190437D626}"/>
              </a:ext>
            </a:extLst>
          </p:cNvPr>
          <p:cNvSpPr txBox="1"/>
          <p:nvPr/>
        </p:nvSpPr>
        <p:spPr>
          <a:xfrm>
            <a:off x="6643118" y="4097234"/>
            <a:ext cx="780663" cy="138499"/>
          </a:xfrm>
          <a:prstGeom prst="rect">
            <a:avLst/>
          </a:prstGeom>
          <a:noFill/>
        </p:spPr>
        <p:txBody>
          <a:bodyPr wrap="none" lIns="0" tIns="0" rIns="0" bIns="0" rtlCol="0">
            <a:spAutoFit/>
          </a:bodyPr>
          <a:lstStyle/>
          <a:p>
            <a:pPr algn="ctr"/>
            <a:r>
              <a:rPr lang="en-FI" sz="900"/>
              <a:t>Mint Condition</a:t>
            </a:r>
          </a:p>
        </p:txBody>
      </p:sp>
      <p:sp>
        <p:nvSpPr>
          <p:cNvPr id="45" name="TextBox 44">
            <a:extLst>
              <a:ext uri="{FF2B5EF4-FFF2-40B4-BE49-F238E27FC236}">
                <a16:creationId xmlns:a16="http://schemas.microsoft.com/office/drawing/2014/main" id="{527CC40B-2493-56B8-50B7-B6CBCA6B49F9}"/>
              </a:ext>
            </a:extLst>
          </p:cNvPr>
          <p:cNvSpPr txBox="1"/>
          <p:nvPr/>
        </p:nvSpPr>
        <p:spPr>
          <a:xfrm>
            <a:off x="7717254" y="4097234"/>
            <a:ext cx="452047" cy="138499"/>
          </a:xfrm>
          <a:prstGeom prst="rect">
            <a:avLst/>
          </a:prstGeom>
          <a:noFill/>
        </p:spPr>
        <p:txBody>
          <a:bodyPr wrap="none" lIns="0" tIns="0" rIns="0" bIns="0" rtlCol="0">
            <a:spAutoFit/>
          </a:bodyPr>
          <a:lstStyle/>
          <a:p>
            <a:pPr algn="ctr"/>
            <a:r>
              <a:rPr lang="en-FI" sz="900"/>
              <a:t>Paleface</a:t>
            </a:r>
          </a:p>
        </p:txBody>
      </p:sp>
      <p:sp>
        <p:nvSpPr>
          <p:cNvPr id="47" name="Rectangle 46">
            <a:extLst>
              <a:ext uri="{FF2B5EF4-FFF2-40B4-BE49-F238E27FC236}">
                <a16:creationId xmlns:a16="http://schemas.microsoft.com/office/drawing/2014/main" id="{FF1E1DCF-1D39-561F-50C7-6CD5C36C81EA}"/>
              </a:ext>
              <a:ext uri="{C183D7F6-B498-43B3-948B-1728B52AA6E4}">
                <adec:decorative xmlns:adec="http://schemas.microsoft.com/office/drawing/2017/decorative" val="1"/>
              </a:ext>
            </a:extLst>
          </p:cNvPr>
          <p:cNvSpPr/>
          <p:nvPr/>
        </p:nvSpPr>
        <p:spPr>
          <a:xfrm>
            <a:off x="4919120" y="3365135"/>
            <a:ext cx="675892" cy="6758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2" name="Rectangle 51">
            <a:extLst>
              <a:ext uri="{FF2B5EF4-FFF2-40B4-BE49-F238E27FC236}">
                <a16:creationId xmlns:a16="http://schemas.microsoft.com/office/drawing/2014/main" id="{4FCFEE3B-CAF4-BF49-A209-4B68DBB2E393}"/>
              </a:ext>
              <a:ext uri="{C183D7F6-B498-43B3-948B-1728B52AA6E4}">
                <adec:decorative xmlns:adec="http://schemas.microsoft.com/office/drawing/2017/decorative" val="1"/>
              </a:ext>
            </a:extLst>
          </p:cNvPr>
          <p:cNvSpPr/>
          <p:nvPr/>
        </p:nvSpPr>
        <p:spPr>
          <a:xfrm>
            <a:off x="5812063" y="3365135"/>
            <a:ext cx="675892" cy="6758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4" name="Rectangle 53">
            <a:extLst>
              <a:ext uri="{FF2B5EF4-FFF2-40B4-BE49-F238E27FC236}">
                <a16:creationId xmlns:a16="http://schemas.microsoft.com/office/drawing/2014/main" id="{5738C7EF-6E02-283E-22CB-C99BCD099D4A}"/>
              </a:ext>
              <a:ext uri="{C183D7F6-B498-43B3-948B-1728B52AA6E4}">
                <adec:decorative xmlns:adec="http://schemas.microsoft.com/office/drawing/2017/decorative" val="1"/>
              </a:ext>
            </a:extLst>
          </p:cNvPr>
          <p:cNvSpPr/>
          <p:nvPr/>
        </p:nvSpPr>
        <p:spPr>
          <a:xfrm>
            <a:off x="6717809" y="3365135"/>
            <a:ext cx="675892" cy="675892"/>
          </a:xfrm>
          <a:prstGeom prst="rect">
            <a:avLst/>
          </a:prstGeom>
          <a:solidFill>
            <a:srgbClr val="B8EA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5" name="Rectangle 54">
            <a:extLst>
              <a:ext uri="{FF2B5EF4-FFF2-40B4-BE49-F238E27FC236}">
                <a16:creationId xmlns:a16="http://schemas.microsoft.com/office/drawing/2014/main" id="{7245CAE6-531A-38C2-EEAE-7A67872F8B3A}"/>
              </a:ext>
              <a:ext uri="{C183D7F6-B498-43B3-948B-1728B52AA6E4}">
                <adec:decorative xmlns:adec="http://schemas.microsoft.com/office/drawing/2017/decorative" val="1"/>
              </a:ext>
            </a:extLst>
          </p:cNvPr>
          <p:cNvSpPr/>
          <p:nvPr/>
        </p:nvSpPr>
        <p:spPr>
          <a:xfrm>
            <a:off x="7612015" y="3365135"/>
            <a:ext cx="675892" cy="675892"/>
          </a:xfrm>
          <a:prstGeom prst="rect">
            <a:avLst/>
          </a:prstGeom>
          <a:solidFill>
            <a:srgbClr val="EFFA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6" name="Rectangle 55">
            <a:extLst>
              <a:ext uri="{FF2B5EF4-FFF2-40B4-BE49-F238E27FC236}">
                <a16:creationId xmlns:a16="http://schemas.microsoft.com/office/drawing/2014/main" id="{F9E7E8AB-7C76-3838-93EC-E236C5C5F4A2}"/>
              </a:ext>
              <a:ext uri="{C183D7F6-B498-43B3-948B-1728B52AA6E4}">
                <adec:decorative xmlns:adec="http://schemas.microsoft.com/office/drawing/2017/decorative" val="1"/>
              </a:ext>
            </a:extLst>
          </p:cNvPr>
          <p:cNvSpPr/>
          <p:nvPr/>
        </p:nvSpPr>
        <p:spPr>
          <a:xfrm>
            <a:off x="4919120" y="4492796"/>
            <a:ext cx="675892" cy="6758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7" name="Rectangle 56">
            <a:extLst>
              <a:ext uri="{FF2B5EF4-FFF2-40B4-BE49-F238E27FC236}">
                <a16:creationId xmlns:a16="http://schemas.microsoft.com/office/drawing/2014/main" id="{D2359F12-9CA8-4442-2C1F-1467500C4A90}"/>
              </a:ext>
              <a:ext uri="{C183D7F6-B498-43B3-948B-1728B52AA6E4}">
                <adec:decorative xmlns:adec="http://schemas.microsoft.com/office/drawing/2017/decorative" val="1"/>
              </a:ext>
            </a:extLst>
          </p:cNvPr>
          <p:cNvSpPr/>
          <p:nvPr/>
        </p:nvSpPr>
        <p:spPr>
          <a:xfrm>
            <a:off x="5812063" y="4492796"/>
            <a:ext cx="675892" cy="6758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8" name="Rectangle 57">
            <a:extLst>
              <a:ext uri="{FF2B5EF4-FFF2-40B4-BE49-F238E27FC236}">
                <a16:creationId xmlns:a16="http://schemas.microsoft.com/office/drawing/2014/main" id="{19A42EF9-64BB-16F6-85F5-90FBDDCAD4FB}"/>
              </a:ext>
              <a:ext uri="{C183D7F6-B498-43B3-948B-1728B52AA6E4}">
                <adec:decorative xmlns:adec="http://schemas.microsoft.com/office/drawing/2017/decorative" val="1"/>
              </a:ext>
            </a:extLst>
          </p:cNvPr>
          <p:cNvSpPr/>
          <p:nvPr/>
        </p:nvSpPr>
        <p:spPr>
          <a:xfrm>
            <a:off x="6717809" y="4492796"/>
            <a:ext cx="675892" cy="67589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9" name="Rectangle 58">
            <a:extLst>
              <a:ext uri="{FF2B5EF4-FFF2-40B4-BE49-F238E27FC236}">
                <a16:creationId xmlns:a16="http://schemas.microsoft.com/office/drawing/2014/main" id="{C534D796-D97C-438C-00AD-0713B8285C72}"/>
              </a:ext>
              <a:ext uri="{C183D7F6-B498-43B3-948B-1728B52AA6E4}">
                <adec:decorative xmlns:adec="http://schemas.microsoft.com/office/drawing/2017/decorative" val="1"/>
              </a:ext>
            </a:extLst>
          </p:cNvPr>
          <p:cNvSpPr/>
          <p:nvPr/>
        </p:nvSpPr>
        <p:spPr>
          <a:xfrm>
            <a:off x="7612015" y="4492796"/>
            <a:ext cx="675892" cy="675892"/>
          </a:xfrm>
          <a:prstGeom prst="rect">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0" name="Rectangle 59">
            <a:extLst>
              <a:ext uri="{FF2B5EF4-FFF2-40B4-BE49-F238E27FC236}">
                <a16:creationId xmlns:a16="http://schemas.microsoft.com/office/drawing/2014/main" id="{2D4AC677-0624-CF65-61D2-E1205EBE9443}"/>
              </a:ext>
              <a:ext uri="{C183D7F6-B498-43B3-948B-1728B52AA6E4}">
                <adec:decorative xmlns:adec="http://schemas.microsoft.com/office/drawing/2017/decorative" val="1"/>
              </a:ext>
            </a:extLst>
          </p:cNvPr>
          <p:cNvSpPr/>
          <p:nvPr/>
        </p:nvSpPr>
        <p:spPr>
          <a:xfrm>
            <a:off x="5812063" y="5612021"/>
            <a:ext cx="675892" cy="67589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1" name="Rectangle 60">
            <a:extLst>
              <a:ext uri="{FF2B5EF4-FFF2-40B4-BE49-F238E27FC236}">
                <a16:creationId xmlns:a16="http://schemas.microsoft.com/office/drawing/2014/main" id="{77BD0BC8-6CEB-F86C-7699-7614DB9F56C4}"/>
              </a:ext>
              <a:ext uri="{C183D7F6-B498-43B3-948B-1728B52AA6E4}">
                <adec:decorative xmlns:adec="http://schemas.microsoft.com/office/drawing/2017/decorative" val="1"/>
              </a:ext>
            </a:extLst>
          </p:cNvPr>
          <p:cNvSpPr/>
          <p:nvPr/>
        </p:nvSpPr>
        <p:spPr>
          <a:xfrm>
            <a:off x="6717809" y="5612021"/>
            <a:ext cx="675892" cy="675892"/>
          </a:xfrm>
          <a:prstGeom prst="rect">
            <a:avLst/>
          </a:prstGeom>
          <a:solidFill>
            <a:srgbClr val="FFC6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2" name="Rectangle 61">
            <a:extLst>
              <a:ext uri="{FF2B5EF4-FFF2-40B4-BE49-F238E27FC236}">
                <a16:creationId xmlns:a16="http://schemas.microsoft.com/office/drawing/2014/main" id="{C6000FFE-F8C4-AEC0-760B-3D8614E8A77B}"/>
              </a:ext>
              <a:ext uri="{C183D7F6-B498-43B3-948B-1728B52AA6E4}">
                <adec:decorative xmlns:adec="http://schemas.microsoft.com/office/drawing/2017/decorative" val="1"/>
              </a:ext>
            </a:extLst>
          </p:cNvPr>
          <p:cNvSpPr/>
          <p:nvPr/>
        </p:nvSpPr>
        <p:spPr>
          <a:xfrm>
            <a:off x="7612015" y="5612021"/>
            <a:ext cx="675892" cy="675892"/>
          </a:xfrm>
          <a:prstGeom prst="rect">
            <a:avLst/>
          </a:prstGeom>
          <a:solidFill>
            <a:srgbClr val="FFEF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3" name="Rectangle 62">
            <a:extLst>
              <a:ext uri="{FF2B5EF4-FFF2-40B4-BE49-F238E27FC236}">
                <a16:creationId xmlns:a16="http://schemas.microsoft.com/office/drawing/2014/main" id="{89AC4610-3067-1085-7227-0F281301E83E}"/>
              </a:ext>
            </a:extLst>
          </p:cNvPr>
          <p:cNvSpPr/>
          <p:nvPr/>
        </p:nvSpPr>
        <p:spPr>
          <a:xfrm>
            <a:off x="8470267" y="3365136"/>
            <a:ext cx="675892" cy="3101548"/>
          </a:xfrm>
          <a:prstGeom prst="rect">
            <a:avLst/>
          </a:prstGeom>
          <a:solidFill>
            <a:srgbClr val="647D8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Cadiz Book"/>
                <a:ea typeface="+mn-ea"/>
                <a:cs typeface="+mn-cs"/>
              </a:rPr>
              <a:t>Grey Eminence</a:t>
            </a:r>
          </a:p>
        </p:txBody>
      </p:sp>
      <p:sp>
        <p:nvSpPr>
          <p:cNvPr id="64" name="Rectangle 63">
            <a:extLst>
              <a:ext uri="{FF2B5EF4-FFF2-40B4-BE49-F238E27FC236}">
                <a16:creationId xmlns:a16="http://schemas.microsoft.com/office/drawing/2014/main" id="{B5FA35FE-D148-35A0-AE57-BECD186C86AB}"/>
              </a:ext>
            </a:extLst>
          </p:cNvPr>
          <p:cNvSpPr/>
          <p:nvPr/>
        </p:nvSpPr>
        <p:spPr>
          <a:xfrm>
            <a:off x="9301762" y="3365136"/>
            <a:ext cx="675892" cy="3101548"/>
          </a:xfrm>
          <a:prstGeom prst="rect">
            <a:avLst/>
          </a:prstGeom>
          <a:solidFill>
            <a:srgbClr val="92B1B8"/>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Cadiz Book"/>
                <a:ea typeface="+mn-ea"/>
                <a:cs typeface="+mn-cs"/>
              </a:rPr>
              <a:t>Grey Area</a:t>
            </a:r>
          </a:p>
        </p:txBody>
      </p:sp>
      <p:sp>
        <p:nvSpPr>
          <p:cNvPr id="65" name="Rectangle 64">
            <a:extLst>
              <a:ext uri="{FF2B5EF4-FFF2-40B4-BE49-F238E27FC236}">
                <a16:creationId xmlns:a16="http://schemas.microsoft.com/office/drawing/2014/main" id="{B577415B-334A-DF2A-5AFF-DBD3FF30CA72}"/>
              </a:ext>
            </a:extLst>
          </p:cNvPr>
          <p:cNvSpPr/>
          <p:nvPr/>
        </p:nvSpPr>
        <p:spPr>
          <a:xfrm>
            <a:off x="10129091" y="3365136"/>
            <a:ext cx="675892" cy="3101548"/>
          </a:xfrm>
          <a:prstGeom prst="rect">
            <a:avLst/>
          </a:prstGeom>
          <a:solidFill>
            <a:srgbClr val="D3E3E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Cadiz Book"/>
                <a:ea typeface="+mn-ea"/>
                <a:cs typeface="+mn-cs"/>
              </a:rPr>
              <a:t>Light Matter</a:t>
            </a:r>
          </a:p>
        </p:txBody>
      </p:sp>
      <p:sp>
        <p:nvSpPr>
          <p:cNvPr id="66" name="Rectangle 65">
            <a:extLst>
              <a:ext uri="{FF2B5EF4-FFF2-40B4-BE49-F238E27FC236}">
                <a16:creationId xmlns:a16="http://schemas.microsoft.com/office/drawing/2014/main" id="{2D903F35-D37D-7081-7AF9-35F1177CD144}"/>
              </a:ext>
            </a:extLst>
          </p:cNvPr>
          <p:cNvSpPr/>
          <p:nvPr/>
        </p:nvSpPr>
        <p:spPr>
          <a:xfrm>
            <a:off x="10960586" y="3365136"/>
            <a:ext cx="675892" cy="3101548"/>
          </a:xfrm>
          <a:prstGeom prst="rect">
            <a:avLst/>
          </a:prstGeom>
          <a:solidFill>
            <a:srgbClr val="F0F5F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0" u="none" strike="noStrike" kern="1200" cap="none" spc="0" normalizeH="0" baseline="0" noProof="0" dirty="0">
                <a:ln>
                  <a:noFill/>
                </a:ln>
                <a:solidFill>
                  <a:schemeClr val="tx1"/>
                </a:solidFill>
                <a:effectLst/>
                <a:uLnTx/>
                <a:uFillTx/>
                <a:latin typeface="Cadiz Book"/>
                <a:ea typeface="+mn-ea"/>
                <a:cs typeface="+mn-cs"/>
              </a:rPr>
              <a:t>Silverplanet</a:t>
            </a:r>
          </a:p>
        </p:txBody>
      </p:sp>
      <p:sp>
        <p:nvSpPr>
          <p:cNvPr id="67" name="Rectangle 66">
            <a:extLst>
              <a:ext uri="{FF2B5EF4-FFF2-40B4-BE49-F238E27FC236}">
                <a16:creationId xmlns:a16="http://schemas.microsoft.com/office/drawing/2014/main" id="{50C684D3-B1CB-96D7-0D9E-91E8008EF3EC}"/>
              </a:ext>
            </a:extLst>
          </p:cNvPr>
          <p:cNvSpPr/>
          <p:nvPr/>
        </p:nvSpPr>
        <p:spPr>
          <a:xfrm>
            <a:off x="3222576" y="3365136"/>
            <a:ext cx="675892" cy="31015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r>
              <a:rPr lang="en-FI" sz="1400" dirty="0"/>
              <a:t>Deep Blue</a:t>
            </a:r>
          </a:p>
        </p:txBody>
      </p:sp>
      <p:sp>
        <p:nvSpPr>
          <p:cNvPr id="68" name="Rectangle 67">
            <a:extLst>
              <a:ext uri="{FF2B5EF4-FFF2-40B4-BE49-F238E27FC236}">
                <a16:creationId xmlns:a16="http://schemas.microsoft.com/office/drawing/2014/main" id="{2118D407-324C-59E7-1EE8-B030940F9A60}"/>
              </a:ext>
            </a:extLst>
          </p:cNvPr>
          <p:cNvSpPr/>
          <p:nvPr/>
        </p:nvSpPr>
        <p:spPr>
          <a:xfrm>
            <a:off x="4053145" y="3365136"/>
            <a:ext cx="675892" cy="310154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0" u="none" strike="noStrike" kern="1200" cap="none" spc="0" normalizeH="0" baseline="0" noProof="0" dirty="0">
                <a:ln>
                  <a:noFill/>
                </a:ln>
                <a:solidFill>
                  <a:schemeClr val="tx1"/>
                </a:solidFill>
                <a:effectLst/>
                <a:uLnTx/>
                <a:uFillTx/>
                <a:latin typeface="Cadiz Book"/>
                <a:ea typeface="+mn-ea"/>
                <a:cs typeface="+mn-cs"/>
              </a:rPr>
              <a:t>White</a:t>
            </a:r>
          </a:p>
        </p:txBody>
      </p:sp>
      <p:cxnSp>
        <p:nvCxnSpPr>
          <p:cNvPr id="69" name="Straight Connector 68">
            <a:extLst>
              <a:ext uri="{FF2B5EF4-FFF2-40B4-BE49-F238E27FC236}">
                <a16:creationId xmlns:a16="http://schemas.microsoft.com/office/drawing/2014/main" id="{EFE888C4-7E3F-18E0-8799-CA95303EB2D6}"/>
              </a:ext>
            </a:extLst>
          </p:cNvPr>
          <p:cNvCxnSpPr/>
          <p:nvPr/>
        </p:nvCxnSpPr>
        <p:spPr>
          <a:xfrm>
            <a:off x="5853414" y="2056513"/>
            <a:ext cx="512324"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5EABD84-DDC0-5722-72BB-67BB8F59637C}"/>
              </a:ext>
            </a:extLst>
          </p:cNvPr>
          <p:cNvCxnSpPr/>
          <p:nvPr/>
        </p:nvCxnSpPr>
        <p:spPr>
          <a:xfrm>
            <a:off x="5853414" y="898765"/>
            <a:ext cx="512324"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Content Placeholder 1">
            <a:extLst>
              <a:ext uri="{FF2B5EF4-FFF2-40B4-BE49-F238E27FC236}">
                <a16:creationId xmlns:a16="http://schemas.microsoft.com/office/drawing/2014/main" id="{5101F6F7-35ED-BEF8-6CEB-FCF4FB8B140F}"/>
              </a:ext>
            </a:extLst>
          </p:cNvPr>
          <p:cNvSpPr txBox="1">
            <a:spLocks/>
          </p:cNvSpPr>
          <p:nvPr/>
        </p:nvSpPr>
        <p:spPr>
          <a:xfrm>
            <a:off x="2952040" y="3365135"/>
            <a:ext cx="174499" cy="3082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buFont typeface="Arial" panose="020B0604020202020204" pitchFamily="34" charset="0"/>
              <a:buNone/>
            </a:pPr>
            <a:r>
              <a:rPr lang="en-US" sz="1600" noProof="1">
                <a:latin typeface="+mj-lt"/>
              </a:rPr>
              <a:t>A</a:t>
            </a:r>
            <a:endParaRPr lang="en-US" sz="1200" noProof="1">
              <a:latin typeface="+mj-lt"/>
            </a:endParaRPr>
          </a:p>
        </p:txBody>
      </p:sp>
      <p:sp>
        <p:nvSpPr>
          <p:cNvPr id="72" name="Content Placeholder 1">
            <a:extLst>
              <a:ext uri="{FF2B5EF4-FFF2-40B4-BE49-F238E27FC236}">
                <a16:creationId xmlns:a16="http://schemas.microsoft.com/office/drawing/2014/main" id="{9E9C1057-1A39-5F9E-4743-D4DE120FA504}"/>
              </a:ext>
            </a:extLst>
          </p:cNvPr>
          <p:cNvSpPr txBox="1">
            <a:spLocks/>
          </p:cNvSpPr>
          <p:nvPr/>
        </p:nvSpPr>
        <p:spPr>
          <a:xfrm>
            <a:off x="2952040" y="4478638"/>
            <a:ext cx="174499" cy="3082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buFont typeface="Arial" panose="020B0604020202020204" pitchFamily="34" charset="0"/>
              <a:buNone/>
            </a:pPr>
            <a:r>
              <a:rPr lang="en-US" sz="1600" noProof="1">
                <a:latin typeface="+mj-lt"/>
              </a:rPr>
              <a:t>B</a:t>
            </a:r>
            <a:endParaRPr lang="en-US" sz="1200" noProof="1">
              <a:latin typeface="+mj-lt"/>
            </a:endParaRPr>
          </a:p>
        </p:txBody>
      </p:sp>
      <p:sp>
        <p:nvSpPr>
          <p:cNvPr id="74" name="Content Placeholder 1">
            <a:extLst>
              <a:ext uri="{FF2B5EF4-FFF2-40B4-BE49-F238E27FC236}">
                <a16:creationId xmlns:a16="http://schemas.microsoft.com/office/drawing/2014/main" id="{A3FF9A2E-AC35-CDF1-34E0-74B7F8CAAD28}"/>
              </a:ext>
            </a:extLst>
          </p:cNvPr>
          <p:cNvSpPr txBox="1">
            <a:spLocks/>
          </p:cNvSpPr>
          <p:nvPr/>
        </p:nvSpPr>
        <p:spPr>
          <a:xfrm>
            <a:off x="2952040" y="5599515"/>
            <a:ext cx="174499" cy="3082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buFont typeface="Arial" panose="020B0604020202020204" pitchFamily="34" charset="0"/>
              <a:buNone/>
            </a:pPr>
            <a:r>
              <a:rPr lang="en-US" sz="1600" noProof="1">
                <a:latin typeface="+mj-lt"/>
              </a:rPr>
              <a:t>C</a:t>
            </a:r>
            <a:endParaRPr lang="en-US" sz="1200" noProof="1">
              <a:latin typeface="+mj-lt"/>
            </a:endParaRPr>
          </a:p>
        </p:txBody>
      </p:sp>
    </p:spTree>
    <p:extLst>
      <p:ext uri="{BB962C8B-B14F-4D97-AF65-F5344CB8AC3E}">
        <p14:creationId xmlns:p14="http://schemas.microsoft.com/office/powerpoint/2010/main" val="351604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94937A-6F66-8D1B-4268-370A60E62371}"/>
              </a:ext>
            </a:extLst>
          </p:cNvPr>
          <p:cNvSpPr>
            <a:spLocks noGrp="1"/>
          </p:cNvSpPr>
          <p:nvPr>
            <p:ph type="title"/>
          </p:nvPr>
        </p:nvSpPr>
        <p:spPr/>
        <p:txBody>
          <a:bodyPr/>
          <a:lstStyle/>
          <a:p>
            <a:r>
              <a:rPr lang="en-FI" dirty="0"/>
              <a:t>Accessibility - Best Contrast Practices</a:t>
            </a:r>
          </a:p>
        </p:txBody>
      </p:sp>
      <p:sp>
        <p:nvSpPr>
          <p:cNvPr id="3" name="Text Placeholder 2">
            <a:extLst>
              <a:ext uri="{FF2B5EF4-FFF2-40B4-BE49-F238E27FC236}">
                <a16:creationId xmlns:a16="http://schemas.microsoft.com/office/drawing/2014/main" id="{78F09D87-21AE-DD85-84EC-EB9DE8A46CED}"/>
              </a:ext>
            </a:extLst>
          </p:cNvPr>
          <p:cNvSpPr>
            <a:spLocks noGrp="1"/>
          </p:cNvSpPr>
          <p:nvPr>
            <p:ph type="body" sz="quarter" idx="13"/>
          </p:nvPr>
        </p:nvSpPr>
        <p:spPr/>
        <p:txBody>
          <a:bodyPr/>
          <a:lstStyle/>
          <a:p>
            <a:r>
              <a:rPr lang="fi-FI" dirty="0"/>
              <a:t>PLEASE READ BEFORE MAKING YOUR GREAT PRESENTATION</a:t>
            </a:r>
          </a:p>
        </p:txBody>
      </p:sp>
      <p:sp>
        <p:nvSpPr>
          <p:cNvPr id="4" name="Footer Placeholder 3">
            <a:extLst>
              <a:ext uri="{FF2B5EF4-FFF2-40B4-BE49-F238E27FC236}">
                <a16:creationId xmlns:a16="http://schemas.microsoft.com/office/drawing/2014/main" id="{8B59183E-3F22-FBCE-5308-CB0489824CC9}"/>
              </a:ext>
              <a:ext uri="{C183D7F6-B498-43B3-948B-1728B52AA6E4}">
                <adec:decorative xmlns:adec="http://schemas.microsoft.com/office/drawing/2017/decorative" val="1"/>
              </a:ext>
            </a:extLst>
          </p:cNvPr>
          <p:cNvSpPr>
            <a:spLocks noGrp="1"/>
          </p:cNvSpPr>
          <p:nvPr>
            <p:ph type="ftr" sz="quarter" idx="15"/>
          </p:nvPr>
        </p:nvSpPr>
        <p:spPr/>
        <p:txBody>
          <a:bodyPr/>
          <a:lstStyle/>
          <a:p>
            <a:r>
              <a:rPr lang="fi-FI"/>
              <a:t>INSTRUCTIONS</a:t>
            </a:r>
            <a:endParaRPr lang="fi-FI" dirty="0"/>
          </a:p>
        </p:txBody>
      </p:sp>
      <p:sp>
        <p:nvSpPr>
          <p:cNvPr id="5" name="Slide Number Placeholder 4">
            <a:extLst>
              <a:ext uri="{FF2B5EF4-FFF2-40B4-BE49-F238E27FC236}">
                <a16:creationId xmlns:a16="http://schemas.microsoft.com/office/drawing/2014/main" id="{EBEAD8DC-F465-F3AC-D271-84B0A1974E0D}"/>
              </a:ext>
              <a:ext uri="{C183D7F6-B498-43B3-948B-1728B52AA6E4}">
                <adec:decorative xmlns:adec="http://schemas.microsoft.com/office/drawing/2017/decorative" val="1"/>
              </a:ext>
            </a:extLst>
          </p:cNvPr>
          <p:cNvSpPr>
            <a:spLocks noGrp="1"/>
          </p:cNvSpPr>
          <p:nvPr>
            <p:ph type="sldNum" sz="quarter" idx="16"/>
          </p:nvPr>
        </p:nvSpPr>
        <p:spPr/>
        <p:txBody>
          <a:bodyPr/>
          <a:lstStyle/>
          <a:p>
            <a:fld id="{B64FCF4A-2F3F-4397-9C44-D2344643394B}" type="slidenum">
              <a:rPr lang="fi-FI" smtClean="0"/>
              <a:pPr/>
              <a:t>4</a:t>
            </a:fld>
            <a:endParaRPr lang="fi-FI" dirty="0"/>
          </a:p>
        </p:txBody>
      </p:sp>
      <p:sp>
        <p:nvSpPr>
          <p:cNvPr id="14" name="TextBox 13">
            <a:extLst>
              <a:ext uri="{FF2B5EF4-FFF2-40B4-BE49-F238E27FC236}">
                <a16:creationId xmlns:a16="http://schemas.microsoft.com/office/drawing/2014/main" id="{768F27E4-4428-FB5B-160E-309E638A3867}"/>
              </a:ext>
            </a:extLst>
          </p:cNvPr>
          <p:cNvSpPr txBox="1"/>
          <p:nvPr/>
        </p:nvSpPr>
        <p:spPr>
          <a:xfrm>
            <a:off x="675005" y="1779353"/>
            <a:ext cx="6177168" cy="277200"/>
          </a:xfrm>
          <a:prstGeom prst="rect">
            <a:avLst/>
          </a:prstGeom>
          <a:noFill/>
        </p:spPr>
        <p:txBody>
          <a:bodyPr wrap="square" lIns="0" tIns="0" rIns="0" bIns="0">
            <a:spAutoFit/>
          </a:bodyPr>
          <a:lstStyle/>
          <a:p>
            <a:pPr marL="0" indent="0">
              <a:buNone/>
            </a:pPr>
            <a:r>
              <a:rPr lang="en-US" dirty="0">
                <a:latin typeface="+mj-lt"/>
              </a:rPr>
              <a:t>White text or background:</a:t>
            </a:r>
            <a:endParaRPr lang="en-US" sz="1800" dirty="0">
              <a:latin typeface="+mj-lt"/>
            </a:endParaRPr>
          </a:p>
        </p:txBody>
      </p:sp>
      <p:sp>
        <p:nvSpPr>
          <p:cNvPr id="16" name="Oval 15" descr="White and Dark Blue is a good combination.">
            <a:extLst>
              <a:ext uri="{FF2B5EF4-FFF2-40B4-BE49-F238E27FC236}">
                <a16:creationId xmlns:a16="http://schemas.microsoft.com/office/drawing/2014/main" id="{6F497067-9F09-9410-1FF3-505EE1220AB1}"/>
              </a:ext>
            </a:extLst>
          </p:cNvPr>
          <p:cNvSpPr/>
          <p:nvPr/>
        </p:nvSpPr>
        <p:spPr>
          <a:xfrm>
            <a:off x="695326" y="2288921"/>
            <a:ext cx="727984" cy="727984"/>
          </a:xfrm>
          <a:prstGeom prst="ellipse">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 name="TextBox 16">
            <a:extLst>
              <a:ext uri="{FF2B5EF4-FFF2-40B4-BE49-F238E27FC236}">
                <a16:creationId xmlns:a16="http://schemas.microsoft.com/office/drawing/2014/main" id="{52FA3F71-8CF4-C423-F6C8-043020DC022D}"/>
              </a:ext>
              <a:ext uri="{C183D7F6-B498-43B3-948B-1728B52AA6E4}">
                <adec:decorative xmlns:adec="http://schemas.microsoft.com/office/drawing/2017/decorative" val="1"/>
              </a:ext>
            </a:extLst>
          </p:cNvPr>
          <p:cNvSpPr txBox="1"/>
          <p:nvPr/>
        </p:nvSpPr>
        <p:spPr>
          <a:xfrm>
            <a:off x="904461" y="251507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18" name="Oval 17">
            <a:extLst>
              <a:ext uri="{FF2B5EF4-FFF2-40B4-BE49-F238E27FC236}">
                <a16:creationId xmlns:a16="http://schemas.microsoft.com/office/drawing/2014/main" id="{72D27F2A-953D-56F3-9D73-B86C1B06A9AB}"/>
              </a:ext>
              <a:ext uri="{C183D7F6-B498-43B3-948B-1728B52AA6E4}">
                <adec:decorative xmlns:adec="http://schemas.microsoft.com/office/drawing/2017/decorative" val="1"/>
              </a:ext>
            </a:extLst>
          </p:cNvPr>
          <p:cNvSpPr/>
          <p:nvPr/>
        </p:nvSpPr>
        <p:spPr>
          <a:xfrm>
            <a:off x="1268453" y="2288037"/>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9" name="TextBox 18">
            <a:extLst>
              <a:ext uri="{FF2B5EF4-FFF2-40B4-BE49-F238E27FC236}">
                <a16:creationId xmlns:a16="http://schemas.microsoft.com/office/drawing/2014/main" id="{6108094E-F09F-D14C-1923-A0B7A4789CD8}"/>
              </a:ext>
              <a:ext uri="{C183D7F6-B498-43B3-948B-1728B52AA6E4}">
                <adec:decorative xmlns:adec="http://schemas.microsoft.com/office/drawing/2017/decorative" val="1"/>
              </a:ext>
            </a:extLst>
          </p:cNvPr>
          <p:cNvSpPr txBox="1"/>
          <p:nvPr/>
        </p:nvSpPr>
        <p:spPr>
          <a:xfrm>
            <a:off x="1477588" y="251418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bg1"/>
                </a:solidFill>
                <a:latin typeface="Cadiz SemiBold" pitchFamily="2" charset="77"/>
              </a:rPr>
              <a:t>Aa</a:t>
            </a:r>
          </a:p>
        </p:txBody>
      </p:sp>
      <p:cxnSp>
        <p:nvCxnSpPr>
          <p:cNvPr id="29" name="Straight Connector 28">
            <a:extLst>
              <a:ext uri="{FF2B5EF4-FFF2-40B4-BE49-F238E27FC236}">
                <a16:creationId xmlns:a16="http://schemas.microsoft.com/office/drawing/2014/main" id="{F29113B1-4D93-38AB-3C83-AE53964A128F}"/>
              </a:ext>
              <a:ext uri="{C183D7F6-B498-43B3-948B-1728B52AA6E4}">
                <adec:decorative xmlns:adec="http://schemas.microsoft.com/office/drawing/2017/decorative" val="1"/>
              </a:ext>
            </a:extLst>
          </p:cNvPr>
          <p:cNvCxnSpPr/>
          <p:nvPr/>
        </p:nvCxnSpPr>
        <p:spPr>
          <a:xfrm>
            <a:off x="2819916" y="2287153"/>
            <a:ext cx="0" cy="727984"/>
          </a:xfrm>
          <a:prstGeom prst="line">
            <a:avLst/>
          </a:prstGeom>
          <a:ln/>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BCEF0A29-7183-78C9-8267-97D54056727F}"/>
              </a:ext>
            </a:extLst>
          </p:cNvPr>
          <p:cNvSpPr txBox="1"/>
          <p:nvPr/>
        </p:nvSpPr>
        <p:spPr>
          <a:xfrm>
            <a:off x="3601883" y="2266391"/>
            <a:ext cx="2354457" cy="830997"/>
          </a:xfrm>
          <a:prstGeom prst="rect">
            <a:avLst/>
          </a:prstGeom>
          <a:noFill/>
        </p:spPr>
        <p:txBody>
          <a:bodyPr wrap="square">
            <a:spAutoFit/>
          </a:bodyPr>
          <a:lstStyle/>
          <a:p>
            <a:pPr marL="0" indent="0">
              <a:buNone/>
            </a:pPr>
            <a:r>
              <a:rPr lang="en-US" sz="1600" dirty="0"/>
              <a:t>Below recommended contrast ratio, but the next best thing </a:t>
            </a:r>
            <a:r>
              <a:rPr lang="en-US" sz="1600" dirty="0">
                <a:sym typeface="Cadiz Book" pitchFamily="2" charset="2"/>
              </a:rPr>
              <a:t> </a:t>
            </a:r>
            <a:endParaRPr lang="en-US" sz="1600" dirty="0"/>
          </a:p>
        </p:txBody>
      </p:sp>
      <p:sp>
        <p:nvSpPr>
          <p:cNvPr id="20" name="Oval 19" descr="White and Digital Blue is not the most preferred combination, but it is still one of the best colors to use with white.">
            <a:extLst>
              <a:ext uri="{FF2B5EF4-FFF2-40B4-BE49-F238E27FC236}">
                <a16:creationId xmlns:a16="http://schemas.microsoft.com/office/drawing/2014/main" id="{7173FD10-B338-7A7D-D11C-69B9E61DF29E}"/>
              </a:ext>
            </a:extLst>
          </p:cNvPr>
          <p:cNvSpPr/>
          <p:nvPr/>
        </p:nvSpPr>
        <p:spPr>
          <a:xfrm>
            <a:off x="6392937" y="2288921"/>
            <a:ext cx="727984" cy="727984"/>
          </a:xfrm>
          <a:prstGeom prst="ellipse">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1" name="TextBox 20">
            <a:extLst>
              <a:ext uri="{FF2B5EF4-FFF2-40B4-BE49-F238E27FC236}">
                <a16:creationId xmlns:a16="http://schemas.microsoft.com/office/drawing/2014/main" id="{D031A67A-6ABE-FAB6-7AEA-0F71A29D1F46}"/>
              </a:ext>
              <a:ext uri="{C183D7F6-B498-43B3-948B-1728B52AA6E4}">
                <adec:decorative xmlns:adec="http://schemas.microsoft.com/office/drawing/2017/decorative" val="1"/>
              </a:ext>
            </a:extLst>
          </p:cNvPr>
          <p:cNvSpPr txBox="1"/>
          <p:nvPr/>
        </p:nvSpPr>
        <p:spPr>
          <a:xfrm>
            <a:off x="6602072" y="251507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accent2"/>
                </a:solidFill>
                <a:latin typeface="Cadiz SemiBold" pitchFamily="2" charset="77"/>
              </a:rPr>
              <a:t>Aa</a:t>
            </a:r>
          </a:p>
        </p:txBody>
      </p:sp>
      <p:sp>
        <p:nvSpPr>
          <p:cNvPr id="22" name="Oval 21">
            <a:extLst>
              <a:ext uri="{FF2B5EF4-FFF2-40B4-BE49-F238E27FC236}">
                <a16:creationId xmlns:a16="http://schemas.microsoft.com/office/drawing/2014/main" id="{2B374890-165B-A366-F9AF-AB0900B1F032}"/>
              </a:ext>
              <a:ext uri="{C183D7F6-B498-43B3-948B-1728B52AA6E4}">
                <adec:decorative xmlns:adec="http://schemas.microsoft.com/office/drawing/2017/decorative" val="1"/>
              </a:ext>
            </a:extLst>
          </p:cNvPr>
          <p:cNvSpPr/>
          <p:nvPr/>
        </p:nvSpPr>
        <p:spPr>
          <a:xfrm>
            <a:off x="6966064" y="2288037"/>
            <a:ext cx="727984" cy="7279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3" name="TextBox 22">
            <a:extLst>
              <a:ext uri="{FF2B5EF4-FFF2-40B4-BE49-F238E27FC236}">
                <a16:creationId xmlns:a16="http://schemas.microsoft.com/office/drawing/2014/main" id="{C24E34BF-2C3B-24CB-5126-3F5DB32DE12F}"/>
              </a:ext>
              <a:ext uri="{C183D7F6-B498-43B3-948B-1728B52AA6E4}">
                <adec:decorative xmlns:adec="http://schemas.microsoft.com/office/drawing/2017/decorative" val="1"/>
              </a:ext>
            </a:extLst>
          </p:cNvPr>
          <p:cNvSpPr txBox="1"/>
          <p:nvPr/>
        </p:nvSpPr>
        <p:spPr>
          <a:xfrm>
            <a:off x="7175199" y="251418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bg1"/>
                </a:solidFill>
                <a:latin typeface="Cadiz SemiBold" pitchFamily="2" charset="77"/>
              </a:rPr>
              <a:t>Aa</a:t>
            </a:r>
          </a:p>
        </p:txBody>
      </p:sp>
      <p:sp>
        <p:nvSpPr>
          <p:cNvPr id="24" name="Oval 23" descr="White and Grey Eminence is not the most preferred combination, but it is still one of the best colors to use with white.">
            <a:extLst>
              <a:ext uri="{FF2B5EF4-FFF2-40B4-BE49-F238E27FC236}">
                <a16:creationId xmlns:a16="http://schemas.microsoft.com/office/drawing/2014/main" id="{532A471C-62D0-C6C9-E8F5-E85C868B0492}"/>
              </a:ext>
            </a:extLst>
          </p:cNvPr>
          <p:cNvSpPr/>
          <p:nvPr/>
        </p:nvSpPr>
        <p:spPr>
          <a:xfrm>
            <a:off x="7903183" y="2288037"/>
            <a:ext cx="727984" cy="727984"/>
          </a:xfrm>
          <a:prstGeom prst="ellipse">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5" name="TextBox 24">
            <a:extLst>
              <a:ext uri="{FF2B5EF4-FFF2-40B4-BE49-F238E27FC236}">
                <a16:creationId xmlns:a16="http://schemas.microsoft.com/office/drawing/2014/main" id="{DD243998-BCE7-9F87-B28D-499F9CBFC09B}"/>
              </a:ext>
              <a:ext uri="{C183D7F6-B498-43B3-948B-1728B52AA6E4}">
                <adec:decorative xmlns:adec="http://schemas.microsoft.com/office/drawing/2017/decorative" val="1"/>
              </a:ext>
            </a:extLst>
          </p:cNvPr>
          <p:cNvSpPr txBox="1"/>
          <p:nvPr/>
        </p:nvSpPr>
        <p:spPr>
          <a:xfrm>
            <a:off x="8112318" y="251418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tx2"/>
                </a:solidFill>
                <a:latin typeface="Cadiz SemiBold" pitchFamily="2" charset="77"/>
              </a:rPr>
              <a:t>Aa</a:t>
            </a:r>
          </a:p>
        </p:txBody>
      </p:sp>
      <p:sp>
        <p:nvSpPr>
          <p:cNvPr id="26" name="Oval 25">
            <a:extLst>
              <a:ext uri="{FF2B5EF4-FFF2-40B4-BE49-F238E27FC236}">
                <a16:creationId xmlns:a16="http://schemas.microsoft.com/office/drawing/2014/main" id="{B481CAD4-6B4E-679C-81D2-94DC560CA375}"/>
              </a:ext>
              <a:ext uri="{C183D7F6-B498-43B3-948B-1728B52AA6E4}">
                <adec:decorative xmlns:adec="http://schemas.microsoft.com/office/drawing/2017/decorative" val="1"/>
              </a:ext>
            </a:extLst>
          </p:cNvPr>
          <p:cNvSpPr/>
          <p:nvPr/>
        </p:nvSpPr>
        <p:spPr>
          <a:xfrm>
            <a:off x="8476310" y="2287153"/>
            <a:ext cx="727984" cy="72798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7" name="TextBox 26">
            <a:extLst>
              <a:ext uri="{FF2B5EF4-FFF2-40B4-BE49-F238E27FC236}">
                <a16:creationId xmlns:a16="http://schemas.microsoft.com/office/drawing/2014/main" id="{6C2EA47C-FDF7-15E2-79F5-BC6A0D8F7E1F}"/>
              </a:ext>
              <a:ext uri="{C183D7F6-B498-43B3-948B-1728B52AA6E4}">
                <adec:decorative xmlns:adec="http://schemas.microsoft.com/office/drawing/2017/decorative" val="1"/>
              </a:ext>
            </a:extLst>
          </p:cNvPr>
          <p:cNvSpPr txBox="1"/>
          <p:nvPr/>
        </p:nvSpPr>
        <p:spPr>
          <a:xfrm>
            <a:off x="8685445" y="251330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bg1"/>
                </a:solidFill>
                <a:latin typeface="Cadiz SemiBold" pitchFamily="2" charset="77"/>
              </a:rPr>
              <a:t>Aa</a:t>
            </a:r>
          </a:p>
        </p:txBody>
      </p:sp>
      <p:sp>
        <p:nvSpPr>
          <p:cNvPr id="15" name="TextBox 14">
            <a:extLst>
              <a:ext uri="{FF2B5EF4-FFF2-40B4-BE49-F238E27FC236}">
                <a16:creationId xmlns:a16="http://schemas.microsoft.com/office/drawing/2014/main" id="{6FD4D52F-D356-F53C-88F9-6535BFEB0934}"/>
              </a:ext>
            </a:extLst>
          </p:cNvPr>
          <p:cNvSpPr txBox="1"/>
          <p:nvPr/>
        </p:nvSpPr>
        <p:spPr>
          <a:xfrm>
            <a:off x="675005" y="3395254"/>
            <a:ext cx="6177168" cy="277200"/>
          </a:xfrm>
          <a:prstGeom prst="rect">
            <a:avLst/>
          </a:prstGeom>
          <a:noFill/>
        </p:spPr>
        <p:txBody>
          <a:bodyPr wrap="square" lIns="0" tIns="0" rIns="0" bIns="0">
            <a:spAutoFit/>
          </a:bodyPr>
          <a:lstStyle/>
          <a:p>
            <a:pPr marL="0" indent="0">
              <a:buNone/>
            </a:pPr>
            <a:r>
              <a:rPr lang="en-US" dirty="0">
                <a:latin typeface="+mj-lt"/>
              </a:rPr>
              <a:t>Deep Blue text or background:</a:t>
            </a:r>
            <a:endParaRPr lang="en-US" sz="1800" dirty="0">
              <a:latin typeface="+mj-lt"/>
            </a:endParaRPr>
          </a:p>
        </p:txBody>
      </p:sp>
      <p:sp>
        <p:nvSpPr>
          <p:cNvPr id="31" name="Oval 30" descr="Dark Blue and Ruby on Rails is a good combination.">
            <a:extLst>
              <a:ext uri="{FF2B5EF4-FFF2-40B4-BE49-F238E27FC236}">
                <a16:creationId xmlns:a16="http://schemas.microsoft.com/office/drawing/2014/main" id="{E4B32E55-431D-B05B-122A-3DA01695F090}"/>
              </a:ext>
            </a:extLst>
          </p:cNvPr>
          <p:cNvSpPr/>
          <p:nvPr/>
        </p:nvSpPr>
        <p:spPr>
          <a:xfrm>
            <a:off x="695326" y="4037969"/>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2" name="TextBox 31">
            <a:extLst>
              <a:ext uri="{FF2B5EF4-FFF2-40B4-BE49-F238E27FC236}">
                <a16:creationId xmlns:a16="http://schemas.microsoft.com/office/drawing/2014/main" id="{91D631B4-EA4D-9CAA-7425-AE223AF0A2F3}"/>
              </a:ext>
              <a:ext uri="{C183D7F6-B498-43B3-948B-1728B52AA6E4}">
                <adec:decorative xmlns:adec="http://schemas.microsoft.com/office/drawing/2017/decorative" val="1"/>
              </a:ext>
            </a:extLst>
          </p:cNvPr>
          <p:cNvSpPr txBox="1"/>
          <p:nvPr/>
        </p:nvSpPr>
        <p:spPr>
          <a:xfrm>
            <a:off x="904461" y="4264120"/>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accent6"/>
                </a:solidFill>
                <a:latin typeface="Cadiz SemiBold" pitchFamily="2" charset="77"/>
              </a:rPr>
              <a:t>Aa</a:t>
            </a:r>
          </a:p>
        </p:txBody>
      </p:sp>
      <p:sp>
        <p:nvSpPr>
          <p:cNvPr id="33" name="Oval 32">
            <a:extLst>
              <a:ext uri="{FF2B5EF4-FFF2-40B4-BE49-F238E27FC236}">
                <a16:creationId xmlns:a16="http://schemas.microsoft.com/office/drawing/2014/main" id="{D9AEC539-C880-3EC6-BE57-3D455D420773}"/>
              </a:ext>
              <a:ext uri="{C183D7F6-B498-43B3-948B-1728B52AA6E4}">
                <adec:decorative xmlns:adec="http://schemas.microsoft.com/office/drawing/2017/decorative" val="1"/>
              </a:ext>
            </a:extLst>
          </p:cNvPr>
          <p:cNvSpPr/>
          <p:nvPr/>
        </p:nvSpPr>
        <p:spPr>
          <a:xfrm>
            <a:off x="1268453" y="4037085"/>
            <a:ext cx="727984" cy="7279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4" name="TextBox 33">
            <a:extLst>
              <a:ext uri="{FF2B5EF4-FFF2-40B4-BE49-F238E27FC236}">
                <a16:creationId xmlns:a16="http://schemas.microsoft.com/office/drawing/2014/main" id="{557901FE-2E99-9704-B78D-7C0B128DDCC6}"/>
              </a:ext>
              <a:ext uri="{C183D7F6-B498-43B3-948B-1728B52AA6E4}">
                <adec:decorative xmlns:adec="http://schemas.microsoft.com/office/drawing/2017/decorative" val="1"/>
              </a:ext>
            </a:extLst>
          </p:cNvPr>
          <p:cNvSpPr txBox="1"/>
          <p:nvPr/>
        </p:nvSpPr>
        <p:spPr>
          <a:xfrm>
            <a:off x="1477588" y="4263236"/>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54" name="Oval 53" descr="Dark Blue and Blushing Consultant is a good combination.">
            <a:extLst>
              <a:ext uri="{FF2B5EF4-FFF2-40B4-BE49-F238E27FC236}">
                <a16:creationId xmlns:a16="http://schemas.microsoft.com/office/drawing/2014/main" id="{8DC2DD3C-F6A7-C894-15D8-BB4CFFF7DDAB}"/>
              </a:ext>
            </a:extLst>
          </p:cNvPr>
          <p:cNvSpPr/>
          <p:nvPr/>
        </p:nvSpPr>
        <p:spPr>
          <a:xfrm>
            <a:off x="2098928" y="4037744"/>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5" name="TextBox 54">
            <a:extLst>
              <a:ext uri="{FF2B5EF4-FFF2-40B4-BE49-F238E27FC236}">
                <a16:creationId xmlns:a16="http://schemas.microsoft.com/office/drawing/2014/main" id="{22615CDF-F4DA-7182-058C-92E5EB00F047}"/>
              </a:ext>
              <a:ext uri="{C183D7F6-B498-43B3-948B-1728B52AA6E4}">
                <adec:decorative xmlns:adec="http://schemas.microsoft.com/office/drawing/2017/decorative" val="1"/>
              </a:ext>
            </a:extLst>
          </p:cNvPr>
          <p:cNvSpPr txBox="1"/>
          <p:nvPr/>
        </p:nvSpPr>
        <p:spPr>
          <a:xfrm>
            <a:off x="2308063" y="4263895"/>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C6DA"/>
                </a:solidFill>
                <a:latin typeface="Cadiz SemiBold" pitchFamily="2" charset="77"/>
              </a:rPr>
              <a:t>Aa</a:t>
            </a:r>
          </a:p>
        </p:txBody>
      </p:sp>
      <p:sp>
        <p:nvSpPr>
          <p:cNvPr id="56" name="Oval 55">
            <a:extLst>
              <a:ext uri="{FF2B5EF4-FFF2-40B4-BE49-F238E27FC236}">
                <a16:creationId xmlns:a16="http://schemas.microsoft.com/office/drawing/2014/main" id="{80D70FA4-57F2-B072-6A8C-ACEC17B0CDC9}"/>
              </a:ext>
              <a:ext uri="{C183D7F6-B498-43B3-948B-1728B52AA6E4}">
                <adec:decorative xmlns:adec="http://schemas.microsoft.com/office/drawing/2017/decorative" val="1"/>
              </a:ext>
            </a:extLst>
          </p:cNvPr>
          <p:cNvSpPr/>
          <p:nvPr/>
        </p:nvSpPr>
        <p:spPr>
          <a:xfrm>
            <a:off x="2672055" y="4036860"/>
            <a:ext cx="727984" cy="727984"/>
          </a:xfrm>
          <a:prstGeom prst="ellipse">
            <a:avLst/>
          </a:prstGeom>
          <a:solidFill>
            <a:srgbClr val="FFC6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7" name="TextBox 56">
            <a:extLst>
              <a:ext uri="{FF2B5EF4-FFF2-40B4-BE49-F238E27FC236}">
                <a16:creationId xmlns:a16="http://schemas.microsoft.com/office/drawing/2014/main" id="{B2B0E9E9-FE0D-2888-77DF-47EBF007C7A7}"/>
              </a:ext>
              <a:ext uri="{C183D7F6-B498-43B3-948B-1728B52AA6E4}">
                <adec:decorative xmlns:adec="http://schemas.microsoft.com/office/drawing/2017/decorative" val="1"/>
              </a:ext>
            </a:extLst>
          </p:cNvPr>
          <p:cNvSpPr txBox="1"/>
          <p:nvPr/>
        </p:nvSpPr>
        <p:spPr>
          <a:xfrm>
            <a:off x="2881190" y="4263011"/>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58" name="Oval 57" descr="Dark Blue and Blueberry Milk is a good combination.">
            <a:extLst>
              <a:ext uri="{FF2B5EF4-FFF2-40B4-BE49-F238E27FC236}">
                <a16:creationId xmlns:a16="http://schemas.microsoft.com/office/drawing/2014/main" id="{053E1C58-2C1C-C725-97DB-CE53190D8438}"/>
              </a:ext>
            </a:extLst>
          </p:cNvPr>
          <p:cNvSpPr/>
          <p:nvPr/>
        </p:nvSpPr>
        <p:spPr>
          <a:xfrm>
            <a:off x="3502530" y="4045202"/>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9" name="TextBox 58">
            <a:extLst>
              <a:ext uri="{FF2B5EF4-FFF2-40B4-BE49-F238E27FC236}">
                <a16:creationId xmlns:a16="http://schemas.microsoft.com/office/drawing/2014/main" id="{48F89EEA-9762-EE00-E5F2-2DB508101F46}"/>
              </a:ext>
              <a:ext uri="{C183D7F6-B498-43B3-948B-1728B52AA6E4}">
                <adec:decorative xmlns:adec="http://schemas.microsoft.com/office/drawing/2017/decorative" val="1"/>
              </a:ext>
            </a:extLst>
          </p:cNvPr>
          <p:cNvSpPr txBox="1"/>
          <p:nvPr/>
        </p:nvSpPr>
        <p:spPr>
          <a:xfrm>
            <a:off x="3711665" y="4271353"/>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EFF6"/>
                </a:solidFill>
                <a:latin typeface="Cadiz SemiBold" pitchFamily="2" charset="77"/>
              </a:rPr>
              <a:t>Aa</a:t>
            </a:r>
          </a:p>
        </p:txBody>
      </p:sp>
      <p:sp>
        <p:nvSpPr>
          <p:cNvPr id="60" name="Oval 59">
            <a:extLst>
              <a:ext uri="{FF2B5EF4-FFF2-40B4-BE49-F238E27FC236}">
                <a16:creationId xmlns:a16="http://schemas.microsoft.com/office/drawing/2014/main" id="{223631C3-99FD-0611-50E6-9AACF33FF086}"/>
              </a:ext>
              <a:ext uri="{C183D7F6-B498-43B3-948B-1728B52AA6E4}">
                <adec:decorative xmlns:adec="http://schemas.microsoft.com/office/drawing/2017/decorative" val="1"/>
              </a:ext>
            </a:extLst>
          </p:cNvPr>
          <p:cNvSpPr/>
          <p:nvPr/>
        </p:nvSpPr>
        <p:spPr>
          <a:xfrm>
            <a:off x="4075657" y="4044318"/>
            <a:ext cx="727984" cy="727984"/>
          </a:xfrm>
          <a:prstGeom prst="ellipse">
            <a:avLst/>
          </a:prstGeom>
          <a:solidFill>
            <a:srgbClr val="FFE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1" name="TextBox 60">
            <a:extLst>
              <a:ext uri="{FF2B5EF4-FFF2-40B4-BE49-F238E27FC236}">
                <a16:creationId xmlns:a16="http://schemas.microsoft.com/office/drawing/2014/main" id="{3FCF8137-0B27-A8D4-1BE7-0DB5A6E698B8}"/>
              </a:ext>
              <a:ext uri="{C183D7F6-B498-43B3-948B-1728B52AA6E4}">
                <adec:decorative xmlns:adec="http://schemas.microsoft.com/office/drawing/2017/decorative" val="1"/>
              </a:ext>
            </a:extLst>
          </p:cNvPr>
          <p:cNvSpPr txBox="1"/>
          <p:nvPr/>
        </p:nvSpPr>
        <p:spPr>
          <a:xfrm>
            <a:off x="4284792" y="427046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62" name="Oval 61" descr="Dark Blue and Salmon Byte is a good combination.">
            <a:extLst>
              <a:ext uri="{FF2B5EF4-FFF2-40B4-BE49-F238E27FC236}">
                <a16:creationId xmlns:a16="http://schemas.microsoft.com/office/drawing/2014/main" id="{CBC977CB-C988-B03B-3E84-7AC3D32BD56E}"/>
              </a:ext>
            </a:extLst>
          </p:cNvPr>
          <p:cNvSpPr/>
          <p:nvPr/>
        </p:nvSpPr>
        <p:spPr>
          <a:xfrm>
            <a:off x="6344724" y="4045427"/>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3" name="TextBox 62">
            <a:extLst>
              <a:ext uri="{FF2B5EF4-FFF2-40B4-BE49-F238E27FC236}">
                <a16:creationId xmlns:a16="http://schemas.microsoft.com/office/drawing/2014/main" id="{A5B317DF-14B9-2CEA-CC0D-FC22D11D2A64}"/>
              </a:ext>
              <a:ext uri="{C183D7F6-B498-43B3-948B-1728B52AA6E4}">
                <adec:decorative xmlns:adec="http://schemas.microsoft.com/office/drawing/2017/decorative" val="1"/>
              </a:ext>
            </a:extLst>
          </p:cNvPr>
          <p:cNvSpPr txBox="1"/>
          <p:nvPr/>
        </p:nvSpPr>
        <p:spPr>
          <a:xfrm>
            <a:off x="6553859" y="427157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A471"/>
                </a:solidFill>
                <a:latin typeface="Cadiz SemiBold" pitchFamily="2" charset="77"/>
              </a:rPr>
              <a:t>Aa</a:t>
            </a:r>
          </a:p>
        </p:txBody>
      </p:sp>
      <p:sp>
        <p:nvSpPr>
          <p:cNvPr id="64" name="Oval 63">
            <a:extLst>
              <a:ext uri="{FF2B5EF4-FFF2-40B4-BE49-F238E27FC236}">
                <a16:creationId xmlns:a16="http://schemas.microsoft.com/office/drawing/2014/main" id="{CDC8F50A-26DC-376F-1001-68BF3679BD50}"/>
              </a:ext>
              <a:ext uri="{C183D7F6-B498-43B3-948B-1728B52AA6E4}">
                <adec:decorative xmlns:adec="http://schemas.microsoft.com/office/drawing/2017/decorative" val="1"/>
              </a:ext>
            </a:extLst>
          </p:cNvPr>
          <p:cNvSpPr/>
          <p:nvPr/>
        </p:nvSpPr>
        <p:spPr>
          <a:xfrm>
            <a:off x="6917851" y="4044543"/>
            <a:ext cx="727984" cy="727984"/>
          </a:xfrm>
          <a:prstGeom prst="ellipse">
            <a:avLst/>
          </a:prstGeom>
          <a:solidFill>
            <a:srgbClr val="FFA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5" name="TextBox 64">
            <a:extLst>
              <a:ext uri="{FF2B5EF4-FFF2-40B4-BE49-F238E27FC236}">
                <a16:creationId xmlns:a16="http://schemas.microsoft.com/office/drawing/2014/main" id="{6C3AED05-7506-8628-EFB9-94BE04B12B5F}"/>
              </a:ext>
              <a:ext uri="{C183D7F6-B498-43B3-948B-1728B52AA6E4}">
                <adec:decorative xmlns:adec="http://schemas.microsoft.com/office/drawing/2017/decorative" val="1"/>
              </a:ext>
            </a:extLst>
          </p:cNvPr>
          <p:cNvSpPr txBox="1"/>
          <p:nvPr/>
        </p:nvSpPr>
        <p:spPr>
          <a:xfrm>
            <a:off x="7126986" y="427069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66" name="Oval 65" descr="Dark Blue and Granny Pants is a good combination.">
            <a:extLst>
              <a:ext uri="{FF2B5EF4-FFF2-40B4-BE49-F238E27FC236}">
                <a16:creationId xmlns:a16="http://schemas.microsoft.com/office/drawing/2014/main" id="{AF990580-E174-BD14-E36F-86D8F0663445}"/>
              </a:ext>
            </a:extLst>
          </p:cNvPr>
          <p:cNvSpPr/>
          <p:nvPr/>
        </p:nvSpPr>
        <p:spPr>
          <a:xfrm>
            <a:off x="7748326" y="4045202"/>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7" name="TextBox 66">
            <a:extLst>
              <a:ext uri="{FF2B5EF4-FFF2-40B4-BE49-F238E27FC236}">
                <a16:creationId xmlns:a16="http://schemas.microsoft.com/office/drawing/2014/main" id="{5811F289-FED1-C337-FF7D-3C56C9AE3BF2}"/>
              </a:ext>
              <a:ext uri="{C183D7F6-B498-43B3-948B-1728B52AA6E4}">
                <adec:decorative xmlns:adec="http://schemas.microsoft.com/office/drawing/2017/decorative" val="1"/>
              </a:ext>
            </a:extLst>
          </p:cNvPr>
          <p:cNvSpPr txBox="1"/>
          <p:nvPr/>
        </p:nvSpPr>
        <p:spPr>
          <a:xfrm>
            <a:off x="7957461" y="4271353"/>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E1D7"/>
                </a:solidFill>
                <a:latin typeface="Cadiz SemiBold" pitchFamily="2" charset="77"/>
              </a:rPr>
              <a:t>Aa</a:t>
            </a:r>
          </a:p>
        </p:txBody>
      </p:sp>
      <p:sp>
        <p:nvSpPr>
          <p:cNvPr id="68" name="Oval 67">
            <a:extLst>
              <a:ext uri="{FF2B5EF4-FFF2-40B4-BE49-F238E27FC236}">
                <a16:creationId xmlns:a16="http://schemas.microsoft.com/office/drawing/2014/main" id="{E0D5C662-BD9D-96B3-1518-D706C464FD4F}"/>
              </a:ext>
              <a:ext uri="{C183D7F6-B498-43B3-948B-1728B52AA6E4}">
                <adec:decorative xmlns:adec="http://schemas.microsoft.com/office/drawing/2017/decorative" val="1"/>
              </a:ext>
            </a:extLst>
          </p:cNvPr>
          <p:cNvSpPr/>
          <p:nvPr/>
        </p:nvSpPr>
        <p:spPr>
          <a:xfrm>
            <a:off x="8321453" y="4044318"/>
            <a:ext cx="727984" cy="727984"/>
          </a:xfrm>
          <a:prstGeom prst="ellipse">
            <a:avLst/>
          </a:prstGeom>
          <a:solidFill>
            <a:srgbClr val="FFE1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9" name="TextBox 68">
            <a:extLst>
              <a:ext uri="{FF2B5EF4-FFF2-40B4-BE49-F238E27FC236}">
                <a16:creationId xmlns:a16="http://schemas.microsoft.com/office/drawing/2014/main" id="{2B490633-019B-E3C5-BD5B-9EA96A16CDA5}"/>
              </a:ext>
              <a:ext uri="{C183D7F6-B498-43B3-948B-1728B52AA6E4}">
                <adec:decorative xmlns:adec="http://schemas.microsoft.com/office/drawing/2017/decorative" val="1"/>
              </a:ext>
            </a:extLst>
          </p:cNvPr>
          <p:cNvSpPr txBox="1"/>
          <p:nvPr/>
        </p:nvSpPr>
        <p:spPr>
          <a:xfrm>
            <a:off x="8530588" y="427046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70" name="Oval 69" descr="Dark Blue and Incognito is a good combination.">
            <a:extLst>
              <a:ext uri="{FF2B5EF4-FFF2-40B4-BE49-F238E27FC236}">
                <a16:creationId xmlns:a16="http://schemas.microsoft.com/office/drawing/2014/main" id="{C5EFEB6D-30E2-8924-3709-BC429A38DCD2}"/>
              </a:ext>
            </a:extLst>
          </p:cNvPr>
          <p:cNvSpPr/>
          <p:nvPr/>
        </p:nvSpPr>
        <p:spPr>
          <a:xfrm>
            <a:off x="9151928" y="4052660"/>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1" name="TextBox 70">
            <a:extLst>
              <a:ext uri="{FF2B5EF4-FFF2-40B4-BE49-F238E27FC236}">
                <a16:creationId xmlns:a16="http://schemas.microsoft.com/office/drawing/2014/main" id="{A156010C-97EB-56B2-9B57-149C6681D36C}"/>
              </a:ext>
              <a:ext uri="{C183D7F6-B498-43B3-948B-1728B52AA6E4}">
                <adec:decorative xmlns:adec="http://schemas.microsoft.com/office/drawing/2017/decorative" val="1"/>
              </a:ext>
            </a:extLst>
          </p:cNvPr>
          <p:cNvSpPr txBox="1"/>
          <p:nvPr/>
        </p:nvSpPr>
        <p:spPr>
          <a:xfrm>
            <a:off x="9361063" y="4278811"/>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AF1EF"/>
                </a:solidFill>
                <a:latin typeface="Cadiz SemiBold" pitchFamily="2" charset="77"/>
              </a:rPr>
              <a:t>Aa</a:t>
            </a:r>
          </a:p>
        </p:txBody>
      </p:sp>
      <p:sp>
        <p:nvSpPr>
          <p:cNvPr id="72" name="Oval 71">
            <a:extLst>
              <a:ext uri="{FF2B5EF4-FFF2-40B4-BE49-F238E27FC236}">
                <a16:creationId xmlns:a16="http://schemas.microsoft.com/office/drawing/2014/main" id="{51F6500A-2D08-A22D-0D96-2971C00EC8BA}"/>
              </a:ext>
              <a:ext uri="{C183D7F6-B498-43B3-948B-1728B52AA6E4}">
                <adec:decorative xmlns:adec="http://schemas.microsoft.com/office/drawing/2017/decorative" val="1"/>
              </a:ext>
            </a:extLst>
          </p:cNvPr>
          <p:cNvSpPr/>
          <p:nvPr/>
        </p:nvSpPr>
        <p:spPr>
          <a:xfrm>
            <a:off x="9725055" y="4051776"/>
            <a:ext cx="727984" cy="727984"/>
          </a:xfrm>
          <a:prstGeom prst="ellipse">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3" name="TextBox 72">
            <a:extLst>
              <a:ext uri="{FF2B5EF4-FFF2-40B4-BE49-F238E27FC236}">
                <a16:creationId xmlns:a16="http://schemas.microsoft.com/office/drawing/2014/main" id="{89DEC78D-47EF-03E7-7FDF-E44532C89BA5}"/>
              </a:ext>
              <a:ext uri="{C183D7F6-B498-43B3-948B-1728B52AA6E4}">
                <adec:decorative xmlns:adec="http://schemas.microsoft.com/office/drawing/2017/decorative" val="1"/>
              </a:ext>
            </a:extLst>
          </p:cNvPr>
          <p:cNvSpPr txBox="1"/>
          <p:nvPr/>
        </p:nvSpPr>
        <p:spPr>
          <a:xfrm>
            <a:off x="9934190" y="4277927"/>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74" name="Oval 73" descr="Dark Blue and Code Blue is a good combination.">
            <a:extLst>
              <a:ext uri="{FF2B5EF4-FFF2-40B4-BE49-F238E27FC236}">
                <a16:creationId xmlns:a16="http://schemas.microsoft.com/office/drawing/2014/main" id="{9DEA22D5-CB55-1912-00A8-3DF9107255E4}"/>
              </a:ext>
            </a:extLst>
          </p:cNvPr>
          <p:cNvSpPr/>
          <p:nvPr/>
        </p:nvSpPr>
        <p:spPr>
          <a:xfrm>
            <a:off x="673288" y="5303552"/>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5" name="TextBox 74">
            <a:extLst>
              <a:ext uri="{FF2B5EF4-FFF2-40B4-BE49-F238E27FC236}">
                <a16:creationId xmlns:a16="http://schemas.microsoft.com/office/drawing/2014/main" id="{1D0EACE6-8D23-26B0-04E5-CF60E076789C}"/>
              </a:ext>
              <a:ext uri="{C183D7F6-B498-43B3-948B-1728B52AA6E4}">
                <adec:decorative xmlns:adec="http://schemas.microsoft.com/office/drawing/2017/decorative" val="1"/>
              </a:ext>
            </a:extLst>
          </p:cNvPr>
          <p:cNvSpPr txBox="1"/>
          <p:nvPr/>
        </p:nvSpPr>
        <p:spPr>
          <a:xfrm>
            <a:off x="882423" y="5529703"/>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43C1DF"/>
                </a:solidFill>
                <a:latin typeface="Cadiz SemiBold" pitchFamily="2" charset="77"/>
              </a:rPr>
              <a:t>Aa</a:t>
            </a:r>
          </a:p>
        </p:txBody>
      </p:sp>
      <p:sp>
        <p:nvSpPr>
          <p:cNvPr id="76" name="Oval 75">
            <a:extLst>
              <a:ext uri="{FF2B5EF4-FFF2-40B4-BE49-F238E27FC236}">
                <a16:creationId xmlns:a16="http://schemas.microsoft.com/office/drawing/2014/main" id="{C045C8DD-7C6F-0694-0765-EB53305BFA93}"/>
              </a:ext>
              <a:ext uri="{C183D7F6-B498-43B3-948B-1728B52AA6E4}">
                <adec:decorative xmlns:adec="http://schemas.microsoft.com/office/drawing/2017/decorative" val="1"/>
              </a:ext>
            </a:extLst>
          </p:cNvPr>
          <p:cNvSpPr/>
          <p:nvPr/>
        </p:nvSpPr>
        <p:spPr>
          <a:xfrm>
            <a:off x="1246415" y="5302668"/>
            <a:ext cx="727984" cy="727984"/>
          </a:xfrm>
          <a:prstGeom prst="ellipse">
            <a:avLst/>
          </a:prstGeom>
          <a:solidFill>
            <a:srgbClr val="43C1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7" name="TextBox 76">
            <a:extLst>
              <a:ext uri="{FF2B5EF4-FFF2-40B4-BE49-F238E27FC236}">
                <a16:creationId xmlns:a16="http://schemas.microsoft.com/office/drawing/2014/main" id="{3F4782D4-A8F5-7E64-E4DC-5ABFC8314B04}"/>
              </a:ext>
              <a:ext uri="{C183D7F6-B498-43B3-948B-1728B52AA6E4}">
                <adec:decorative xmlns:adec="http://schemas.microsoft.com/office/drawing/2017/decorative" val="1"/>
              </a:ext>
            </a:extLst>
          </p:cNvPr>
          <p:cNvSpPr txBox="1"/>
          <p:nvPr/>
        </p:nvSpPr>
        <p:spPr>
          <a:xfrm>
            <a:off x="1455550" y="552881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78" name="Oval 77" descr="Dark Blue and Mint Condition is a good combination.">
            <a:extLst>
              <a:ext uri="{FF2B5EF4-FFF2-40B4-BE49-F238E27FC236}">
                <a16:creationId xmlns:a16="http://schemas.microsoft.com/office/drawing/2014/main" id="{98ABAC2F-B930-1C68-6F48-D5485518B09E}"/>
              </a:ext>
            </a:extLst>
          </p:cNvPr>
          <p:cNvSpPr/>
          <p:nvPr/>
        </p:nvSpPr>
        <p:spPr>
          <a:xfrm>
            <a:off x="2076890" y="5303327"/>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9" name="TextBox 78">
            <a:extLst>
              <a:ext uri="{FF2B5EF4-FFF2-40B4-BE49-F238E27FC236}">
                <a16:creationId xmlns:a16="http://schemas.microsoft.com/office/drawing/2014/main" id="{C4D0E43A-F401-4745-7828-C660BD6B97F9}"/>
              </a:ext>
              <a:ext uri="{C183D7F6-B498-43B3-948B-1728B52AA6E4}">
                <adec:decorative xmlns:adec="http://schemas.microsoft.com/office/drawing/2017/decorative" val="1"/>
              </a:ext>
            </a:extLst>
          </p:cNvPr>
          <p:cNvSpPr txBox="1"/>
          <p:nvPr/>
        </p:nvSpPr>
        <p:spPr>
          <a:xfrm>
            <a:off x="2286025" y="552947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B8EAF2"/>
                </a:solidFill>
                <a:latin typeface="Cadiz SemiBold" pitchFamily="2" charset="77"/>
              </a:rPr>
              <a:t>Aa</a:t>
            </a:r>
          </a:p>
        </p:txBody>
      </p:sp>
      <p:sp>
        <p:nvSpPr>
          <p:cNvPr id="80" name="Oval 79">
            <a:extLst>
              <a:ext uri="{FF2B5EF4-FFF2-40B4-BE49-F238E27FC236}">
                <a16:creationId xmlns:a16="http://schemas.microsoft.com/office/drawing/2014/main" id="{4CA833C1-4F76-737F-A1E7-B34D3A477EC3}"/>
              </a:ext>
              <a:ext uri="{C183D7F6-B498-43B3-948B-1728B52AA6E4}">
                <adec:decorative xmlns:adec="http://schemas.microsoft.com/office/drawing/2017/decorative" val="1"/>
              </a:ext>
            </a:extLst>
          </p:cNvPr>
          <p:cNvSpPr/>
          <p:nvPr/>
        </p:nvSpPr>
        <p:spPr>
          <a:xfrm>
            <a:off x="2650017" y="5302443"/>
            <a:ext cx="727984" cy="727984"/>
          </a:xfrm>
          <a:prstGeom prst="ellipse">
            <a:avLst/>
          </a:prstGeom>
          <a:solidFill>
            <a:srgbClr val="B8EA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1" name="TextBox 80">
            <a:extLst>
              <a:ext uri="{FF2B5EF4-FFF2-40B4-BE49-F238E27FC236}">
                <a16:creationId xmlns:a16="http://schemas.microsoft.com/office/drawing/2014/main" id="{C190D318-9E25-EB7C-758D-C27ED5629CB8}"/>
              </a:ext>
              <a:ext uri="{C183D7F6-B498-43B3-948B-1728B52AA6E4}">
                <adec:decorative xmlns:adec="http://schemas.microsoft.com/office/drawing/2017/decorative" val="1"/>
              </a:ext>
            </a:extLst>
          </p:cNvPr>
          <p:cNvSpPr txBox="1"/>
          <p:nvPr/>
        </p:nvSpPr>
        <p:spPr>
          <a:xfrm>
            <a:off x="2859152" y="552859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82" name="Oval 81" descr="Dark Blue and Paleface is a good combination.">
            <a:extLst>
              <a:ext uri="{FF2B5EF4-FFF2-40B4-BE49-F238E27FC236}">
                <a16:creationId xmlns:a16="http://schemas.microsoft.com/office/drawing/2014/main" id="{95CE6135-BB0C-6EC8-5EDF-007D7EA4DBFF}"/>
              </a:ext>
            </a:extLst>
          </p:cNvPr>
          <p:cNvSpPr/>
          <p:nvPr/>
        </p:nvSpPr>
        <p:spPr>
          <a:xfrm>
            <a:off x="3480492" y="5310785"/>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3" name="TextBox 82">
            <a:extLst>
              <a:ext uri="{FF2B5EF4-FFF2-40B4-BE49-F238E27FC236}">
                <a16:creationId xmlns:a16="http://schemas.microsoft.com/office/drawing/2014/main" id="{F0F3F68A-EE67-04C0-6BE1-165FCC600CF0}"/>
              </a:ext>
              <a:ext uri="{C183D7F6-B498-43B3-948B-1728B52AA6E4}">
                <adec:decorative xmlns:adec="http://schemas.microsoft.com/office/drawing/2017/decorative" val="1"/>
              </a:ext>
            </a:extLst>
          </p:cNvPr>
          <p:cNvSpPr txBox="1"/>
          <p:nvPr/>
        </p:nvSpPr>
        <p:spPr>
          <a:xfrm>
            <a:off x="3689627" y="5536936"/>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EFFBFC"/>
                </a:solidFill>
                <a:latin typeface="Cadiz SemiBold" pitchFamily="2" charset="77"/>
              </a:rPr>
              <a:t>Aa</a:t>
            </a:r>
          </a:p>
        </p:txBody>
      </p:sp>
      <p:sp>
        <p:nvSpPr>
          <p:cNvPr id="84" name="Oval 83">
            <a:extLst>
              <a:ext uri="{FF2B5EF4-FFF2-40B4-BE49-F238E27FC236}">
                <a16:creationId xmlns:a16="http://schemas.microsoft.com/office/drawing/2014/main" id="{55635572-CF38-D4D3-A1CB-732E9697FEF8}"/>
              </a:ext>
              <a:ext uri="{C183D7F6-B498-43B3-948B-1728B52AA6E4}">
                <adec:decorative xmlns:adec="http://schemas.microsoft.com/office/drawing/2017/decorative" val="1"/>
              </a:ext>
            </a:extLst>
          </p:cNvPr>
          <p:cNvSpPr/>
          <p:nvPr/>
        </p:nvSpPr>
        <p:spPr>
          <a:xfrm>
            <a:off x="4053619" y="5309901"/>
            <a:ext cx="727984" cy="727984"/>
          </a:xfrm>
          <a:prstGeom prst="ellipse">
            <a:avLst/>
          </a:prstGeom>
          <a:solidFill>
            <a:srgbClr val="EF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5" name="TextBox 84">
            <a:extLst>
              <a:ext uri="{FF2B5EF4-FFF2-40B4-BE49-F238E27FC236}">
                <a16:creationId xmlns:a16="http://schemas.microsoft.com/office/drawing/2014/main" id="{06EEED01-A0CE-B91C-0DF3-5E25607CFEDB}"/>
              </a:ext>
              <a:ext uri="{C183D7F6-B498-43B3-948B-1728B52AA6E4}">
                <adec:decorative xmlns:adec="http://schemas.microsoft.com/office/drawing/2017/decorative" val="1"/>
              </a:ext>
            </a:extLst>
          </p:cNvPr>
          <p:cNvSpPr txBox="1"/>
          <p:nvPr/>
        </p:nvSpPr>
        <p:spPr>
          <a:xfrm>
            <a:off x="4262754" y="553605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86" name="Oval 85" descr="Dark Blue and Grey Area is a good combination.">
            <a:extLst>
              <a:ext uri="{FF2B5EF4-FFF2-40B4-BE49-F238E27FC236}">
                <a16:creationId xmlns:a16="http://schemas.microsoft.com/office/drawing/2014/main" id="{9722BCB4-9255-775E-7B21-BA74E6065AA8}"/>
              </a:ext>
            </a:extLst>
          </p:cNvPr>
          <p:cNvSpPr/>
          <p:nvPr/>
        </p:nvSpPr>
        <p:spPr>
          <a:xfrm>
            <a:off x="6388846" y="5302668"/>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7" name="TextBox 86">
            <a:extLst>
              <a:ext uri="{FF2B5EF4-FFF2-40B4-BE49-F238E27FC236}">
                <a16:creationId xmlns:a16="http://schemas.microsoft.com/office/drawing/2014/main" id="{235CAB89-938F-FDFB-BA8C-32B78317A766}"/>
              </a:ext>
              <a:ext uri="{C183D7F6-B498-43B3-948B-1728B52AA6E4}">
                <adec:decorative xmlns:adec="http://schemas.microsoft.com/office/drawing/2017/decorative" val="1"/>
              </a:ext>
            </a:extLst>
          </p:cNvPr>
          <p:cNvSpPr txBox="1"/>
          <p:nvPr/>
        </p:nvSpPr>
        <p:spPr>
          <a:xfrm>
            <a:off x="6597981" y="552881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92B1B8"/>
                </a:solidFill>
                <a:latin typeface="Cadiz SemiBold" pitchFamily="2" charset="77"/>
              </a:rPr>
              <a:t>Aa</a:t>
            </a:r>
          </a:p>
        </p:txBody>
      </p:sp>
      <p:sp>
        <p:nvSpPr>
          <p:cNvPr id="88" name="Oval 87">
            <a:extLst>
              <a:ext uri="{FF2B5EF4-FFF2-40B4-BE49-F238E27FC236}">
                <a16:creationId xmlns:a16="http://schemas.microsoft.com/office/drawing/2014/main" id="{FFF3A531-83E8-2558-C306-B5A990587C33}"/>
              </a:ext>
              <a:ext uri="{C183D7F6-B498-43B3-948B-1728B52AA6E4}">
                <adec:decorative xmlns:adec="http://schemas.microsoft.com/office/drawing/2017/decorative" val="1"/>
              </a:ext>
            </a:extLst>
          </p:cNvPr>
          <p:cNvSpPr/>
          <p:nvPr/>
        </p:nvSpPr>
        <p:spPr>
          <a:xfrm>
            <a:off x="6961973" y="5301784"/>
            <a:ext cx="727984" cy="727984"/>
          </a:xfrm>
          <a:prstGeom prst="ellipse">
            <a:avLst/>
          </a:prstGeom>
          <a:solidFill>
            <a:srgbClr val="92B1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9" name="TextBox 88">
            <a:extLst>
              <a:ext uri="{FF2B5EF4-FFF2-40B4-BE49-F238E27FC236}">
                <a16:creationId xmlns:a16="http://schemas.microsoft.com/office/drawing/2014/main" id="{71F553A4-C3E4-9F58-D916-41DA9C5C5BA0}"/>
              </a:ext>
              <a:ext uri="{C183D7F6-B498-43B3-948B-1728B52AA6E4}">
                <adec:decorative xmlns:adec="http://schemas.microsoft.com/office/drawing/2017/decorative" val="1"/>
              </a:ext>
            </a:extLst>
          </p:cNvPr>
          <p:cNvSpPr txBox="1"/>
          <p:nvPr/>
        </p:nvSpPr>
        <p:spPr>
          <a:xfrm>
            <a:off x="7171108" y="5527935"/>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90" name="Oval 89" descr="Dark Blue and Light Matter is a good combination.">
            <a:extLst>
              <a:ext uri="{FF2B5EF4-FFF2-40B4-BE49-F238E27FC236}">
                <a16:creationId xmlns:a16="http://schemas.microsoft.com/office/drawing/2014/main" id="{B10D7D93-546F-A1F5-E588-2FF05B45E8ED}"/>
              </a:ext>
            </a:extLst>
          </p:cNvPr>
          <p:cNvSpPr/>
          <p:nvPr/>
        </p:nvSpPr>
        <p:spPr>
          <a:xfrm>
            <a:off x="7792448" y="5302443"/>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1" name="TextBox 90">
            <a:extLst>
              <a:ext uri="{FF2B5EF4-FFF2-40B4-BE49-F238E27FC236}">
                <a16:creationId xmlns:a16="http://schemas.microsoft.com/office/drawing/2014/main" id="{476DF2E4-05CF-D0B4-57B4-44689F3DC56C}"/>
              </a:ext>
              <a:ext uri="{C183D7F6-B498-43B3-948B-1728B52AA6E4}">
                <adec:decorative xmlns:adec="http://schemas.microsoft.com/office/drawing/2017/decorative" val="1"/>
              </a:ext>
            </a:extLst>
          </p:cNvPr>
          <p:cNvSpPr txBox="1"/>
          <p:nvPr/>
        </p:nvSpPr>
        <p:spPr>
          <a:xfrm>
            <a:off x="8001583" y="552859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D4E2E5"/>
                </a:solidFill>
                <a:latin typeface="Cadiz SemiBold" pitchFamily="2" charset="77"/>
              </a:rPr>
              <a:t>Aa</a:t>
            </a:r>
          </a:p>
        </p:txBody>
      </p:sp>
      <p:sp>
        <p:nvSpPr>
          <p:cNvPr id="92" name="Oval 91">
            <a:extLst>
              <a:ext uri="{FF2B5EF4-FFF2-40B4-BE49-F238E27FC236}">
                <a16:creationId xmlns:a16="http://schemas.microsoft.com/office/drawing/2014/main" id="{26F235B7-05F4-6F5D-BC24-5226F986C9F6}"/>
              </a:ext>
              <a:ext uri="{C183D7F6-B498-43B3-948B-1728B52AA6E4}">
                <adec:decorative xmlns:adec="http://schemas.microsoft.com/office/drawing/2017/decorative" val="1"/>
              </a:ext>
            </a:extLst>
          </p:cNvPr>
          <p:cNvSpPr/>
          <p:nvPr/>
        </p:nvSpPr>
        <p:spPr>
          <a:xfrm>
            <a:off x="8365575" y="5301559"/>
            <a:ext cx="727984" cy="727984"/>
          </a:xfrm>
          <a:prstGeom prst="ellipse">
            <a:avLst/>
          </a:prstGeom>
          <a:solidFill>
            <a:srgbClr val="D4E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3" name="TextBox 92">
            <a:extLst>
              <a:ext uri="{FF2B5EF4-FFF2-40B4-BE49-F238E27FC236}">
                <a16:creationId xmlns:a16="http://schemas.microsoft.com/office/drawing/2014/main" id="{3ACFAC0A-E115-6B21-25D8-0ED465792312}"/>
              </a:ext>
              <a:ext uri="{C183D7F6-B498-43B3-948B-1728B52AA6E4}">
                <adec:decorative xmlns:adec="http://schemas.microsoft.com/office/drawing/2017/decorative" val="1"/>
              </a:ext>
            </a:extLst>
          </p:cNvPr>
          <p:cNvSpPr txBox="1"/>
          <p:nvPr/>
        </p:nvSpPr>
        <p:spPr>
          <a:xfrm>
            <a:off x="8574710" y="5527710"/>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94" name="Oval 93" descr="Dark Blue and Silver Planet is a good combination.">
            <a:extLst>
              <a:ext uri="{FF2B5EF4-FFF2-40B4-BE49-F238E27FC236}">
                <a16:creationId xmlns:a16="http://schemas.microsoft.com/office/drawing/2014/main" id="{B0702CDE-CF01-0A04-17DF-03E65CDBB650}"/>
              </a:ext>
            </a:extLst>
          </p:cNvPr>
          <p:cNvSpPr/>
          <p:nvPr/>
        </p:nvSpPr>
        <p:spPr>
          <a:xfrm>
            <a:off x="9196050" y="5309901"/>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5" name="TextBox 94">
            <a:extLst>
              <a:ext uri="{FF2B5EF4-FFF2-40B4-BE49-F238E27FC236}">
                <a16:creationId xmlns:a16="http://schemas.microsoft.com/office/drawing/2014/main" id="{0B0E8045-10C8-E0ED-3F5E-81AF16C97DA7}"/>
              </a:ext>
              <a:ext uri="{C183D7F6-B498-43B3-948B-1728B52AA6E4}">
                <adec:decorative xmlns:adec="http://schemas.microsoft.com/office/drawing/2017/decorative" val="1"/>
              </a:ext>
            </a:extLst>
          </p:cNvPr>
          <p:cNvSpPr txBox="1"/>
          <p:nvPr/>
        </p:nvSpPr>
        <p:spPr>
          <a:xfrm>
            <a:off x="9405185" y="553605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1F6F6"/>
                </a:solidFill>
                <a:latin typeface="Cadiz SemiBold" pitchFamily="2" charset="77"/>
              </a:rPr>
              <a:t>Aa</a:t>
            </a:r>
          </a:p>
        </p:txBody>
      </p:sp>
      <p:sp>
        <p:nvSpPr>
          <p:cNvPr id="96" name="Oval 95">
            <a:extLst>
              <a:ext uri="{FF2B5EF4-FFF2-40B4-BE49-F238E27FC236}">
                <a16:creationId xmlns:a16="http://schemas.microsoft.com/office/drawing/2014/main" id="{A0BDF120-B3DF-FD24-C181-17AEAF15D017}"/>
              </a:ext>
              <a:ext uri="{C183D7F6-B498-43B3-948B-1728B52AA6E4}">
                <adec:decorative xmlns:adec="http://schemas.microsoft.com/office/drawing/2017/decorative" val="1"/>
              </a:ext>
            </a:extLst>
          </p:cNvPr>
          <p:cNvSpPr/>
          <p:nvPr/>
        </p:nvSpPr>
        <p:spPr>
          <a:xfrm>
            <a:off x="9769177" y="5309017"/>
            <a:ext cx="727984" cy="727984"/>
          </a:xfrm>
          <a:prstGeom prst="ellipse">
            <a:avLst/>
          </a:prstGeom>
          <a:solidFill>
            <a:srgbClr val="F1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7" name="TextBox 96">
            <a:extLst>
              <a:ext uri="{FF2B5EF4-FFF2-40B4-BE49-F238E27FC236}">
                <a16:creationId xmlns:a16="http://schemas.microsoft.com/office/drawing/2014/main" id="{2CCD7C56-A9D8-758F-6BC5-F1F023D6EEE4}"/>
              </a:ext>
              <a:ext uri="{C183D7F6-B498-43B3-948B-1728B52AA6E4}">
                <adec:decorative xmlns:adec="http://schemas.microsoft.com/office/drawing/2017/decorative" val="1"/>
              </a:ext>
            </a:extLst>
          </p:cNvPr>
          <p:cNvSpPr txBox="1"/>
          <p:nvPr/>
        </p:nvSpPr>
        <p:spPr>
          <a:xfrm>
            <a:off x="9978312" y="553516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2" name="Graphic 51">
            <a:extLst>
              <a:ext uri="{FF2B5EF4-FFF2-40B4-BE49-F238E27FC236}">
                <a16:creationId xmlns:a16="http://schemas.microsoft.com/office/drawing/2014/main" id="{512A4242-59A5-0C5A-FE38-9D64308D416A}"/>
              </a:ext>
            </a:extLst>
          </p:cNvPr>
          <p:cNvSpPr/>
          <p:nvPr/>
        </p:nvSpPr>
        <p:spPr>
          <a:xfrm>
            <a:off x="10282037" y="2513304"/>
            <a:ext cx="1418054" cy="1442398"/>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705593 w 1180076"/>
              <a:gd name="connsiteY0" fmla="*/ 18038 h 1095878"/>
              <a:gd name="connsiteX1" fmla="*/ 75575 w 1180076"/>
              <a:gd name="connsiteY1" fmla="*/ 227636 h 1095878"/>
              <a:gd name="connsiteX2" fmla="*/ 132614 w 1180076"/>
              <a:gd name="connsiteY2" fmla="*/ 849274 h 1095878"/>
              <a:gd name="connsiteX3" fmla="*/ 561868 w 1180076"/>
              <a:gd name="connsiteY3" fmla="*/ 1089351 h 1095878"/>
              <a:gd name="connsiteX4" fmla="*/ 644179 w 1180076"/>
              <a:gd name="connsiteY4" fmla="*/ 996142 h 1095878"/>
              <a:gd name="connsiteX5" fmla="*/ 1176606 w 1180076"/>
              <a:gd name="connsiteY5" fmla="*/ 564954 h 1095878"/>
              <a:gd name="connsiteX6" fmla="*/ 705593 w 1180076"/>
              <a:gd name="connsiteY6" fmla="*/ 18038 h 1095878"/>
              <a:gd name="connsiteX0" fmla="*/ 708270 w 1182753"/>
              <a:gd name="connsiteY0" fmla="*/ 20981 h 1098821"/>
              <a:gd name="connsiteX1" fmla="*/ 78252 w 1182753"/>
              <a:gd name="connsiteY1" fmla="*/ 230579 h 1098821"/>
              <a:gd name="connsiteX2" fmla="*/ 135291 w 1182753"/>
              <a:gd name="connsiteY2" fmla="*/ 852217 h 1098821"/>
              <a:gd name="connsiteX3" fmla="*/ 564545 w 1182753"/>
              <a:gd name="connsiteY3" fmla="*/ 1092294 h 1098821"/>
              <a:gd name="connsiteX4" fmla="*/ 646856 w 1182753"/>
              <a:gd name="connsiteY4" fmla="*/ 999085 h 1098821"/>
              <a:gd name="connsiteX5" fmla="*/ 1179283 w 1182753"/>
              <a:gd name="connsiteY5" fmla="*/ 567897 h 1098821"/>
              <a:gd name="connsiteX6" fmla="*/ 708270 w 1182753"/>
              <a:gd name="connsiteY6" fmla="*/ 20981 h 1098821"/>
              <a:gd name="connsiteX0" fmla="*/ 679326 w 1153809"/>
              <a:gd name="connsiteY0" fmla="*/ 17723 h 1095563"/>
              <a:gd name="connsiteX1" fmla="*/ 49308 w 1153809"/>
              <a:gd name="connsiteY1" fmla="*/ 227321 h 1095563"/>
              <a:gd name="connsiteX2" fmla="*/ 168633 w 1153809"/>
              <a:gd name="connsiteY2" fmla="*/ 836216 h 1095563"/>
              <a:gd name="connsiteX3" fmla="*/ 535601 w 1153809"/>
              <a:gd name="connsiteY3" fmla="*/ 1089036 h 1095563"/>
              <a:gd name="connsiteX4" fmla="*/ 617912 w 1153809"/>
              <a:gd name="connsiteY4" fmla="*/ 995827 h 1095563"/>
              <a:gd name="connsiteX5" fmla="*/ 1150339 w 1153809"/>
              <a:gd name="connsiteY5" fmla="*/ 564639 h 1095563"/>
              <a:gd name="connsiteX6" fmla="*/ 679326 w 1153809"/>
              <a:gd name="connsiteY6" fmla="*/ 17723 h 1095563"/>
              <a:gd name="connsiteX0" fmla="*/ 694585 w 1169068"/>
              <a:gd name="connsiteY0" fmla="*/ 23432 h 1101272"/>
              <a:gd name="connsiteX1" fmla="*/ 64567 w 1169068"/>
              <a:gd name="connsiteY1" fmla="*/ 233030 h 1101272"/>
              <a:gd name="connsiteX2" fmla="*/ 183892 w 1169068"/>
              <a:gd name="connsiteY2" fmla="*/ 841925 h 1101272"/>
              <a:gd name="connsiteX3" fmla="*/ 550860 w 1169068"/>
              <a:gd name="connsiteY3" fmla="*/ 1094745 h 1101272"/>
              <a:gd name="connsiteX4" fmla="*/ 633171 w 1169068"/>
              <a:gd name="connsiteY4" fmla="*/ 1001536 h 1101272"/>
              <a:gd name="connsiteX5" fmla="*/ 1165598 w 1169068"/>
              <a:gd name="connsiteY5" fmla="*/ 570348 h 1101272"/>
              <a:gd name="connsiteX6" fmla="*/ 694585 w 1169068"/>
              <a:gd name="connsiteY6" fmla="*/ 23432 h 1101272"/>
              <a:gd name="connsiteX0" fmla="*/ 694585 w 1169068"/>
              <a:gd name="connsiteY0" fmla="*/ 23432 h 1094745"/>
              <a:gd name="connsiteX1" fmla="*/ 64567 w 1169068"/>
              <a:gd name="connsiteY1" fmla="*/ 233030 h 1094745"/>
              <a:gd name="connsiteX2" fmla="*/ 183892 w 1169068"/>
              <a:gd name="connsiteY2" fmla="*/ 841925 h 1094745"/>
              <a:gd name="connsiteX3" fmla="*/ 550860 w 1169068"/>
              <a:gd name="connsiteY3" fmla="*/ 1094745 h 1094745"/>
              <a:gd name="connsiteX4" fmla="*/ 633171 w 1169068"/>
              <a:gd name="connsiteY4" fmla="*/ 1001536 h 1094745"/>
              <a:gd name="connsiteX5" fmla="*/ 1165598 w 1169068"/>
              <a:gd name="connsiteY5" fmla="*/ 570348 h 1094745"/>
              <a:gd name="connsiteX6" fmla="*/ 694585 w 1169068"/>
              <a:gd name="connsiteY6" fmla="*/ 23432 h 1094745"/>
              <a:gd name="connsiteX0" fmla="*/ 673314 w 1147797"/>
              <a:gd name="connsiteY0" fmla="*/ 23432 h 1110674"/>
              <a:gd name="connsiteX1" fmla="*/ 43296 w 1147797"/>
              <a:gd name="connsiteY1" fmla="*/ 233030 h 1110674"/>
              <a:gd name="connsiteX2" fmla="*/ 162621 w 1147797"/>
              <a:gd name="connsiteY2" fmla="*/ 841925 h 1110674"/>
              <a:gd name="connsiteX3" fmla="*/ 529589 w 1147797"/>
              <a:gd name="connsiteY3" fmla="*/ 1110674 h 1110674"/>
              <a:gd name="connsiteX4" fmla="*/ 611900 w 1147797"/>
              <a:gd name="connsiteY4" fmla="*/ 1001536 h 1110674"/>
              <a:gd name="connsiteX5" fmla="*/ 1144327 w 1147797"/>
              <a:gd name="connsiteY5" fmla="*/ 570348 h 1110674"/>
              <a:gd name="connsiteX6" fmla="*/ 673314 w 1147797"/>
              <a:gd name="connsiteY6" fmla="*/ 23432 h 1110674"/>
              <a:gd name="connsiteX0" fmla="*/ 673144 w 1147627"/>
              <a:gd name="connsiteY0" fmla="*/ 23432 h 1069259"/>
              <a:gd name="connsiteX1" fmla="*/ 43126 w 1147627"/>
              <a:gd name="connsiteY1" fmla="*/ 233030 h 1069259"/>
              <a:gd name="connsiteX2" fmla="*/ 162451 w 1147627"/>
              <a:gd name="connsiteY2" fmla="*/ 841925 h 1069259"/>
              <a:gd name="connsiteX3" fmla="*/ 522498 w 1147627"/>
              <a:gd name="connsiteY3" fmla="*/ 1069259 h 1069259"/>
              <a:gd name="connsiteX4" fmla="*/ 611730 w 1147627"/>
              <a:gd name="connsiteY4" fmla="*/ 1001536 h 1069259"/>
              <a:gd name="connsiteX5" fmla="*/ 1144157 w 1147627"/>
              <a:gd name="connsiteY5" fmla="*/ 570348 h 1069259"/>
              <a:gd name="connsiteX6" fmla="*/ 673144 w 1147627"/>
              <a:gd name="connsiteY6" fmla="*/ 23432 h 1069259"/>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92578 w 1167061"/>
              <a:gd name="connsiteY0" fmla="*/ 23432 h 1117046"/>
              <a:gd name="connsiteX1" fmla="*/ 62560 w 1167061"/>
              <a:gd name="connsiteY1" fmla="*/ 233030 h 1117046"/>
              <a:gd name="connsiteX2" fmla="*/ 181885 w 1167061"/>
              <a:gd name="connsiteY2" fmla="*/ 841925 h 1117046"/>
              <a:gd name="connsiteX3" fmla="*/ 562694 w 1167061"/>
              <a:gd name="connsiteY3" fmla="*/ 1117046 h 1117046"/>
              <a:gd name="connsiteX4" fmla="*/ 631164 w 1167061"/>
              <a:gd name="connsiteY4" fmla="*/ 1001536 h 1117046"/>
              <a:gd name="connsiteX5" fmla="*/ 1163591 w 1167061"/>
              <a:gd name="connsiteY5" fmla="*/ 570348 h 1117046"/>
              <a:gd name="connsiteX6" fmla="*/ 692578 w 1167061"/>
              <a:gd name="connsiteY6" fmla="*/ 23432 h 1117046"/>
              <a:gd name="connsiteX0" fmla="*/ 672890 w 1147373"/>
              <a:gd name="connsiteY0" fmla="*/ 23432 h 1091560"/>
              <a:gd name="connsiteX1" fmla="*/ 42872 w 1147373"/>
              <a:gd name="connsiteY1" fmla="*/ 233030 h 1091560"/>
              <a:gd name="connsiteX2" fmla="*/ 162197 w 1147373"/>
              <a:gd name="connsiteY2" fmla="*/ 841925 h 1091560"/>
              <a:gd name="connsiteX3" fmla="*/ 511862 w 1147373"/>
              <a:gd name="connsiteY3" fmla="*/ 1091560 h 1091560"/>
              <a:gd name="connsiteX4" fmla="*/ 611476 w 1147373"/>
              <a:gd name="connsiteY4" fmla="*/ 1001536 h 1091560"/>
              <a:gd name="connsiteX5" fmla="*/ 1143903 w 1147373"/>
              <a:gd name="connsiteY5" fmla="*/ 570348 h 1091560"/>
              <a:gd name="connsiteX6" fmla="*/ 672890 w 1147373"/>
              <a:gd name="connsiteY6" fmla="*/ 23432 h 1091560"/>
              <a:gd name="connsiteX0" fmla="*/ 684200 w 1158683"/>
              <a:gd name="connsiteY0" fmla="*/ 23432 h 1091560"/>
              <a:gd name="connsiteX1" fmla="*/ 54182 w 1158683"/>
              <a:gd name="connsiteY1" fmla="*/ 233030 h 1091560"/>
              <a:gd name="connsiteX2" fmla="*/ 173507 w 1158683"/>
              <a:gd name="connsiteY2" fmla="*/ 841925 h 1091560"/>
              <a:gd name="connsiteX3" fmla="*/ 523172 w 1158683"/>
              <a:gd name="connsiteY3" fmla="*/ 1091560 h 1091560"/>
              <a:gd name="connsiteX4" fmla="*/ 622786 w 1158683"/>
              <a:gd name="connsiteY4" fmla="*/ 1001536 h 1091560"/>
              <a:gd name="connsiteX5" fmla="*/ 1155213 w 1158683"/>
              <a:gd name="connsiteY5" fmla="*/ 570348 h 1091560"/>
              <a:gd name="connsiteX6" fmla="*/ 684200 w 1158683"/>
              <a:gd name="connsiteY6" fmla="*/ 23432 h 1091560"/>
              <a:gd name="connsiteX0" fmla="*/ 688004 w 1162487"/>
              <a:gd name="connsiteY0" fmla="*/ 17312 h 1085440"/>
              <a:gd name="connsiteX1" fmla="*/ 57986 w 1162487"/>
              <a:gd name="connsiteY1" fmla="*/ 226910 h 1085440"/>
              <a:gd name="connsiteX2" fmla="*/ 125406 w 1162487"/>
              <a:gd name="connsiteY2" fmla="*/ 803947 h 1085440"/>
              <a:gd name="connsiteX3" fmla="*/ 526976 w 1162487"/>
              <a:gd name="connsiteY3" fmla="*/ 1085440 h 1085440"/>
              <a:gd name="connsiteX4" fmla="*/ 626590 w 1162487"/>
              <a:gd name="connsiteY4" fmla="*/ 995416 h 1085440"/>
              <a:gd name="connsiteX5" fmla="*/ 1159017 w 1162487"/>
              <a:gd name="connsiteY5" fmla="*/ 564228 h 1085440"/>
              <a:gd name="connsiteX6" fmla="*/ 688004 w 1162487"/>
              <a:gd name="connsiteY6" fmla="*/ 17312 h 1085440"/>
              <a:gd name="connsiteX0" fmla="*/ 663909 w 1138392"/>
              <a:gd name="connsiteY0" fmla="*/ 17764 h 1085892"/>
              <a:gd name="connsiteX1" fmla="*/ 33891 w 1138392"/>
              <a:gd name="connsiteY1" fmla="*/ 227362 h 1085892"/>
              <a:gd name="connsiteX2" fmla="*/ 170518 w 1138392"/>
              <a:gd name="connsiteY2" fmla="*/ 839443 h 1085892"/>
              <a:gd name="connsiteX3" fmla="*/ 502881 w 1138392"/>
              <a:gd name="connsiteY3" fmla="*/ 1085892 h 1085892"/>
              <a:gd name="connsiteX4" fmla="*/ 602495 w 1138392"/>
              <a:gd name="connsiteY4" fmla="*/ 995868 h 1085892"/>
              <a:gd name="connsiteX5" fmla="*/ 1134922 w 1138392"/>
              <a:gd name="connsiteY5" fmla="*/ 564680 h 1085892"/>
              <a:gd name="connsiteX6" fmla="*/ 663909 w 1138392"/>
              <a:gd name="connsiteY6" fmla="*/ 17764 h 1085892"/>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9097"/>
              <a:gd name="connsiteY0" fmla="*/ 24729 h 1092857"/>
              <a:gd name="connsiteX1" fmla="*/ 67353 w 1169097"/>
              <a:gd name="connsiteY1" fmla="*/ 234327 h 1092857"/>
              <a:gd name="connsiteX2" fmla="*/ 203980 w 1169097"/>
              <a:gd name="connsiteY2" fmla="*/ 846408 h 1092857"/>
              <a:gd name="connsiteX3" fmla="*/ 536343 w 1169097"/>
              <a:gd name="connsiteY3" fmla="*/ 1092857 h 1092857"/>
              <a:gd name="connsiteX4" fmla="*/ 667100 w 1169097"/>
              <a:gd name="connsiteY4" fmla="*/ 986904 h 1092857"/>
              <a:gd name="connsiteX5" fmla="*/ 1168384 w 1169097"/>
              <a:gd name="connsiteY5" fmla="*/ 571645 h 1092857"/>
              <a:gd name="connsiteX6" fmla="*/ 697371 w 1169097"/>
              <a:gd name="connsiteY6" fmla="*/ 24729 h 1092857"/>
              <a:gd name="connsiteX0" fmla="*/ 677555 w 1149281"/>
              <a:gd name="connsiteY0" fmla="*/ 20960 h 1089088"/>
              <a:gd name="connsiteX1" fmla="*/ 47537 w 1149281"/>
              <a:gd name="connsiteY1" fmla="*/ 230558 h 1089088"/>
              <a:gd name="connsiteX2" fmla="*/ 184164 w 1149281"/>
              <a:gd name="connsiteY2" fmla="*/ 842639 h 1089088"/>
              <a:gd name="connsiteX3" fmla="*/ 516527 w 1149281"/>
              <a:gd name="connsiteY3" fmla="*/ 1089088 h 1089088"/>
              <a:gd name="connsiteX4" fmla="*/ 647284 w 1149281"/>
              <a:gd name="connsiteY4" fmla="*/ 983135 h 1089088"/>
              <a:gd name="connsiteX5" fmla="*/ 1148568 w 1149281"/>
              <a:gd name="connsiteY5" fmla="*/ 567876 h 1089088"/>
              <a:gd name="connsiteX6" fmla="*/ 677555 w 1149281"/>
              <a:gd name="connsiteY6" fmla="*/ 20960 h 1089088"/>
              <a:gd name="connsiteX0" fmla="*/ 679871 w 1151597"/>
              <a:gd name="connsiteY0" fmla="*/ 18389 h 1086517"/>
              <a:gd name="connsiteX1" fmla="*/ 36012 w 1151597"/>
              <a:gd name="connsiteY1" fmla="*/ 253473 h 1086517"/>
              <a:gd name="connsiteX2" fmla="*/ 186480 w 1151597"/>
              <a:gd name="connsiteY2" fmla="*/ 840068 h 1086517"/>
              <a:gd name="connsiteX3" fmla="*/ 518843 w 1151597"/>
              <a:gd name="connsiteY3" fmla="*/ 1086517 h 1086517"/>
              <a:gd name="connsiteX4" fmla="*/ 649600 w 1151597"/>
              <a:gd name="connsiteY4" fmla="*/ 980564 h 1086517"/>
              <a:gd name="connsiteX5" fmla="*/ 1150884 w 1151597"/>
              <a:gd name="connsiteY5" fmla="*/ 565305 h 1086517"/>
              <a:gd name="connsiteX6" fmla="*/ 679871 w 1151597"/>
              <a:gd name="connsiteY6" fmla="*/ 18389 h 1086517"/>
              <a:gd name="connsiteX0" fmla="*/ 689206 w 1160932"/>
              <a:gd name="connsiteY0" fmla="*/ 18389 h 1086517"/>
              <a:gd name="connsiteX1" fmla="*/ 45347 w 1160932"/>
              <a:gd name="connsiteY1" fmla="*/ 253473 h 1086517"/>
              <a:gd name="connsiteX2" fmla="*/ 195815 w 1160932"/>
              <a:gd name="connsiteY2" fmla="*/ 840068 h 1086517"/>
              <a:gd name="connsiteX3" fmla="*/ 528178 w 1160932"/>
              <a:gd name="connsiteY3" fmla="*/ 1086517 h 1086517"/>
              <a:gd name="connsiteX4" fmla="*/ 658935 w 1160932"/>
              <a:gd name="connsiteY4" fmla="*/ 980564 h 1086517"/>
              <a:gd name="connsiteX5" fmla="*/ 1160219 w 1160932"/>
              <a:gd name="connsiteY5" fmla="*/ 565305 h 1086517"/>
              <a:gd name="connsiteX6" fmla="*/ 689206 w 1160932"/>
              <a:gd name="connsiteY6" fmla="*/ 18389 h 1086517"/>
              <a:gd name="connsiteX0" fmla="*/ 681270 w 1152996"/>
              <a:gd name="connsiteY0" fmla="*/ 15751 h 1083879"/>
              <a:gd name="connsiteX1" fmla="*/ 37411 w 1152996"/>
              <a:gd name="connsiteY1" fmla="*/ 250835 h 1083879"/>
              <a:gd name="connsiteX2" fmla="*/ 167117 w 1152996"/>
              <a:gd name="connsiteY2" fmla="*/ 831058 h 1083879"/>
              <a:gd name="connsiteX3" fmla="*/ 520242 w 1152996"/>
              <a:gd name="connsiteY3" fmla="*/ 1083879 h 1083879"/>
              <a:gd name="connsiteX4" fmla="*/ 650999 w 1152996"/>
              <a:gd name="connsiteY4" fmla="*/ 977926 h 1083879"/>
              <a:gd name="connsiteX5" fmla="*/ 1152283 w 1152996"/>
              <a:gd name="connsiteY5" fmla="*/ 562667 h 1083879"/>
              <a:gd name="connsiteX6" fmla="*/ 681270 w 1152996"/>
              <a:gd name="connsiteY6" fmla="*/ 15751 h 1083879"/>
              <a:gd name="connsiteX0" fmla="*/ 687374 w 1159100"/>
              <a:gd name="connsiteY0" fmla="*/ 21278 h 1089406"/>
              <a:gd name="connsiteX1" fmla="*/ 43515 w 1159100"/>
              <a:gd name="connsiteY1" fmla="*/ 256362 h 1089406"/>
              <a:gd name="connsiteX2" fmla="*/ 173221 w 1159100"/>
              <a:gd name="connsiteY2" fmla="*/ 836585 h 1089406"/>
              <a:gd name="connsiteX3" fmla="*/ 526346 w 1159100"/>
              <a:gd name="connsiteY3" fmla="*/ 1089406 h 1089406"/>
              <a:gd name="connsiteX4" fmla="*/ 657103 w 1159100"/>
              <a:gd name="connsiteY4" fmla="*/ 983453 h 1089406"/>
              <a:gd name="connsiteX5" fmla="*/ 1158387 w 1159100"/>
              <a:gd name="connsiteY5" fmla="*/ 568194 h 1089406"/>
              <a:gd name="connsiteX6" fmla="*/ 687374 w 1159100"/>
              <a:gd name="connsiteY6" fmla="*/ 21278 h 1089406"/>
              <a:gd name="connsiteX0" fmla="*/ 692348 w 1164074"/>
              <a:gd name="connsiteY0" fmla="*/ 21278 h 1089406"/>
              <a:gd name="connsiteX1" fmla="*/ 48489 w 1164074"/>
              <a:gd name="connsiteY1" fmla="*/ 256362 h 1089406"/>
              <a:gd name="connsiteX2" fmla="*/ 178195 w 1164074"/>
              <a:gd name="connsiteY2" fmla="*/ 836585 h 1089406"/>
              <a:gd name="connsiteX3" fmla="*/ 531320 w 1164074"/>
              <a:gd name="connsiteY3" fmla="*/ 1089406 h 1089406"/>
              <a:gd name="connsiteX4" fmla="*/ 662077 w 1164074"/>
              <a:gd name="connsiteY4" fmla="*/ 983453 h 1089406"/>
              <a:gd name="connsiteX5" fmla="*/ 1163361 w 1164074"/>
              <a:gd name="connsiteY5" fmla="*/ 568194 h 1089406"/>
              <a:gd name="connsiteX6" fmla="*/ 692348 w 1164074"/>
              <a:gd name="connsiteY6" fmla="*/ 21278 h 1089406"/>
              <a:gd name="connsiteX0" fmla="*/ 691597 w 1163323"/>
              <a:gd name="connsiteY0" fmla="*/ 21278 h 1089406"/>
              <a:gd name="connsiteX1" fmla="*/ 47738 w 1163323"/>
              <a:gd name="connsiteY1" fmla="*/ 256362 h 1089406"/>
              <a:gd name="connsiteX2" fmla="*/ 177444 w 1163323"/>
              <a:gd name="connsiteY2" fmla="*/ 836585 h 1089406"/>
              <a:gd name="connsiteX3" fmla="*/ 530569 w 1163323"/>
              <a:gd name="connsiteY3" fmla="*/ 1089406 h 1089406"/>
              <a:gd name="connsiteX4" fmla="*/ 661326 w 1163323"/>
              <a:gd name="connsiteY4" fmla="*/ 983453 h 1089406"/>
              <a:gd name="connsiteX5" fmla="*/ 1162610 w 1163323"/>
              <a:gd name="connsiteY5" fmla="*/ 568194 h 1089406"/>
              <a:gd name="connsiteX6" fmla="*/ 691597 w 1163323"/>
              <a:gd name="connsiteY6" fmla="*/ 21278 h 108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323" h="1089406">
                <a:moveTo>
                  <a:pt x="691597" y="21278"/>
                </a:moveTo>
                <a:cubicBezTo>
                  <a:pt x="394473" y="-46962"/>
                  <a:pt x="147271" y="53576"/>
                  <a:pt x="47738" y="256362"/>
                </a:cubicBezTo>
                <a:cubicBezTo>
                  <a:pt x="-51795" y="459148"/>
                  <a:pt x="10463" y="713673"/>
                  <a:pt x="177444" y="836585"/>
                </a:cubicBezTo>
                <a:cubicBezTo>
                  <a:pt x="306683" y="931715"/>
                  <a:pt x="383022" y="912010"/>
                  <a:pt x="530569" y="1089406"/>
                </a:cubicBezTo>
                <a:cubicBezTo>
                  <a:pt x="536242" y="1008753"/>
                  <a:pt x="533494" y="1009260"/>
                  <a:pt x="661326" y="983453"/>
                </a:cubicBezTo>
                <a:cubicBezTo>
                  <a:pt x="782237" y="954461"/>
                  <a:pt x="1147184" y="859173"/>
                  <a:pt x="1162610" y="568194"/>
                </a:cubicBezTo>
                <a:cubicBezTo>
                  <a:pt x="1178036" y="277215"/>
                  <a:pt x="940771" y="78499"/>
                  <a:pt x="691597" y="21278"/>
                </a:cubicBezTo>
                <a:close/>
              </a:path>
            </a:pathLst>
          </a:custGeom>
          <a:solidFill>
            <a:schemeClr val="accent1"/>
          </a:solidFill>
          <a:ln w="2251" cap="flat">
            <a:noFill/>
            <a:prstDash val="solid"/>
            <a:miter/>
          </a:ln>
        </p:spPr>
        <p:txBody>
          <a:bodyPr lIns="36000" tIns="0" rIns="36000" bIns="180000" rtlCol="0" anchor="ctr"/>
          <a:lstStyle/>
          <a:p>
            <a:pPr algn="ctr">
              <a:lnSpc>
                <a:spcPct val="90000"/>
              </a:lnSpc>
            </a:pPr>
            <a:r>
              <a:rPr lang="en-FI" sz="1400" kern="900" spc="-30" dirty="0">
                <a:solidFill>
                  <a:schemeClr val="bg1"/>
                </a:solidFill>
              </a:rPr>
              <a:t>Rather </a:t>
            </a:r>
            <a:br>
              <a:rPr lang="en-FI" sz="1400" kern="900" spc="-30" dirty="0">
                <a:solidFill>
                  <a:schemeClr val="bg1"/>
                </a:solidFill>
              </a:rPr>
            </a:br>
            <a:r>
              <a:rPr lang="en-FI" sz="1400" kern="900" spc="-30" dirty="0">
                <a:solidFill>
                  <a:schemeClr val="bg1"/>
                </a:solidFill>
              </a:rPr>
              <a:t>more contrast, play it safe!</a:t>
            </a:r>
          </a:p>
        </p:txBody>
      </p:sp>
    </p:spTree>
    <p:extLst>
      <p:ext uri="{BB962C8B-B14F-4D97-AF65-F5344CB8AC3E}">
        <p14:creationId xmlns:p14="http://schemas.microsoft.com/office/powerpoint/2010/main" val="21971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517C0-E46A-298B-4FD4-73AF45225776}"/>
              </a:ext>
            </a:extLst>
          </p:cNvPr>
          <p:cNvSpPr>
            <a:spLocks noGrp="1"/>
          </p:cNvSpPr>
          <p:nvPr>
            <p:ph type="title"/>
          </p:nvPr>
        </p:nvSpPr>
        <p:spPr/>
        <p:txBody>
          <a:bodyPr/>
          <a:lstStyle/>
          <a:p>
            <a:r>
              <a:rPr lang="en-GB" dirty="0"/>
              <a:t>Check the Accessibility of Your Presentation</a:t>
            </a:r>
          </a:p>
        </p:txBody>
      </p:sp>
      <p:sp>
        <p:nvSpPr>
          <p:cNvPr id="3" name="Text Placeholder 2">
            <a:extLst>
              <a:ext uri="{FF2B5EF4-FFF2-40B4-BE49-F238E27FC236}">
                <a16:creationId xmlns:a16="http://schemas.microsoft.com/office/drawing/2014/main" id="{242777DB-438A-22C0-389C-1BEDC541344F}"/>
              </a:ext>
            </a:extLst>
          </p:cNvPr>
          <p:cNvSpPr>
            <a:spLocks noGrp="1"/>
          </p:cNvSpPr>
          <p:nvPr>
            <p:ph type="body" sz="quarter" idx="13"/>
          </p:nvPr>
        </p:nvSpPr>
        <p:spPr/>
        <p:txBody>
          <a:bodyPr/>
          <a:lstStyle/>
          <a:p>
            <a:r>
              <a:rPr lang="en-GB" dirty="0"/>
              <a:t>Please read before making your great presentation</a:t>
            </a:r>
          </a:p>
        </p:txBody>
      </p:sp>
      <p:sp>
        <p:nvSpPr>
          <p:cNvPr id="10" name="Content Placeholder 9">
            <a:extLst>
              <a:ext uri="{FF2B5EF4-FFF2-40B4-BE49-F238E27FC236}">
                <a16:creationId xmlns:a16="http://schemas.microsoft.com/office/drawing/2014/main" id="{5C86AFDC-2322-9B1E-F8F2-A2B4253DD83B}"/>
              </a:ext>
            </a:extLst>
          </p:cNvPr>
          <p:cNvSpPr>
            <a:spLocks noGrp="1"/>
          </p:cNvSpPr>
          <p:nvPr>
            <p:ph sz="quarter" idx="10"/>
          </p:nvPr>
        </p:nvSpPr>
        <p:spPr/>
        <p:txBody>
          <a:bodyPr/>
          <a:lstStyle/>
          <a:p>
            <a:r>
              <a:rPr lang="en-GB" dirty="0"/>
              <a:t>Use the templates and write the title of the slide in the Title box.</a:t>
            </a:r>
          </a:p>
          <a:p>
            <a:r>
              <a:rPr lang="en-GB" dirty="0"/>
              <a:t>Write a text description for each image. If the image contains no additional information, mark the image as decorative.</a:t>
            </a:r>
          </a:p>
          <a:p>
            <a:r>
              <a:rPr lang="en-GB" dirty="0"/>
              <a:t>Use only colour combinations that provide adequate contrast.</a:t>
            </a:r>
          </a:p>
          <a:p>
            <a:r>
              <a:rPr lang="en-GB" dirty="0"/>
              <a:t>Check the accessibility using the Accessibility Checker, and fix any errors or warnings, if necessary.</a:t>
            </a:r>
          </a:p>
          <a:p>
            <a:r>
              <a:rPr lang="en-GB" dirty="0"/>
              <a:t>When creating a PDF, use the Export function or the Save As… function. Do not use the Print function!</a:t>
            </a:r>
          </a:p>
        </p:txBody>
      </p:sp>
      <p:sp>
        <p:nvSpPr>
          <p:cNvPr id="7" name="Footer Placeholder 6">
            <a:extLst>
              <a:ext uri="{FF2B5EF4-FFF2-40B4-BE49-F238E27FC236}">
                <a16:creationId xmlns:a16="http://schemas.microsoft.com/office/drawing/2014/main" id="{8D76E7C9-BF24-ACFB-5F65-D87E7D3E2CF1}"/>
              </a:ext>
            </a:extLst>
          </p:cNvPr>
          <p:cNvSpPr>
            <a:spLocks noGrp="1"/>
          </p:cNvSpPr>
          <p:nvPr>
            <p:ph type="ftr" sz="quarter" idx="14"/>
          </p:nvPr>
        </p:nvSpPr>
        <p:spPr/>
        <p:txBody>
          <a:bodyPr/>
          <a:lstStyle/>
          <a:p>
            <a:r>
              <a:rPr lang="fi-FI"/>
              <a:t>INSTRUCTIONS</a:t>
            </a:r>
          </a:p>
        </p:txBody>
      </p:sp>
      <p:sp>
        <p:nvSpPr>
          <p:cNvPr id="8" name="Slide Number Placeholder 7">
            <a:extLst>
              <a:ext uri="{FF2B5EF4-FFF2-40B4-BE49-F238E27FC236}">
                <a16:creationId xmlns:a16="http://schemas.microsoft.com/office/drawing/2014/main" id="{1AE99589-23CB-B595-7F93-08753B5034CC}"/>
              </a:ext>
            </a:extLst>
          </p:cNvPr>
          <p:cNvSpPr>
            <a:spLocks noGrp="1"/>
          </p:cNvSpPr>
          <p:nvPr>
            <p:ph type="sldNum" sz="quarter" idx="15"/>
          </p:nvPr>
        </p:nvSpPr>
        <p:spPr/>
        <p:txBody>
          <a:bodyPr/>
          <a:lstStyle/>
          <a:p>
            <a:fld id="{B64FCF4A-2F3F-4397-9C44-D2344643394B}" type="slidenum">
              <a:rPr lang="fi-FI" smtClean="0"/>
              <a:pPr/>
              <a:t>5</a:t>
            </a:fld>
            <a:endParaRPr lang="fi-FI"/>
          </a:p>
        </p:txBody>
      </p:sp>
    </p:spTree>
    <p:extLst>
      <p:ext uri="{BB962C8B-B14F-4D97-AF65-F5344CB8AC3E}">
        <p14:creationId xmlns:p14="http://schemas.microsoft.com/office/powerpoint/2010/main" val="212859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dirty="0"/>
              <a:t>PLEASE READ BEFORE MAKING YOUR GREAT PRESENTATION</a:t>
            </a:r>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6</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en-GB" dirty="0"/>
              <a:t>Preferred Shapes &amp; Objects</a:t>
            </a:r>
          </a:p>
        </p:txBody>
      </p:sp>
      <p:sp>
        <p:nvSpPr>
          <p:cNvPr id="11" name="Graphic 53">
            <a:extLst>
              <a:ext uri="{FF2B5EF4-FFF2-40B4-BE49-F238E27FC236}">
                <a16:creationId xmlns:a16="http://schemas.microsoft.com/office/drawing/2014/main" id="{412C65C3-4F52-1B7D-6189-43F5A29C6ADA}"/>
              </a:ext>
            </a:extLst>
          </p:cNvPr>
          <p:cNvSpPr/>
          <p:nvPr/>
        </p:nvSpPr>
        <p:spPr>
          <a:xfrm>
            <a:off x="6217422" y="1650291"/>
            <a:ext cx="1053789" cy="958760"/>
          </a:xfrm>
          <a:custGeom>
            <a:avLst/>
            <a:gdLst>
              <a:gd name="connsiteX0" fmla="*/ 23886 w 1194870"/>
              <a:gd name="connsiteY0" fmla="*/ 373866 h 1087119"/>
              <a:gd name="connsiteX1" fmla="*/ 178343 w 1194870"/>
              <a:gd name="connsiteY1" fmla="*/ 941041 h 1087119"/>
              <a:gd name="connsiteX2" fmla="*/ 600678 w 1194870"/>
              <a:gd name="connsiteY2" fmla="*/ 1084631 h 1087119"/>
              <a:gd name="connsiteX3" fmla="*/ 1081668 w 1194870"/>
              <a:gd name="connsiteY3" fmla="*/ 867807 h 1087119"/>
              <a:gd name="connsiteX4" fmla="*/ 1099701 w 1194870"/>
              <a:gd name="connsiteY4" fmla="*/ 259133 h 1087119"/>
              <a:gd name="connsiteX5" fmla="*/ 534134 w 1194870"/>
              <a:gd name="connsiteY5" fmla="*/ 3 h 1087119"/>
              <a:gd name="connsiteX6" fmla="*/ 23909 w 1194870"/>
              <a:gd name="connsiteY6" fmla="*/ 373889 h 1087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4870" h="1087119">
                <a:moveTo>
                  <a:pt x="23886" y="373866"/>
                </a:moveTo>
                <a:cubicBezTo>
                  <a:pt x="-52779" y="622978"/>
                  <a:pt x="70304" y="857282"/>
                  <a:pt x="178343" y="941041"/>
                </a:cubicBezTo>
                <a:cubicBezTo>
                  <a:pt x="282380" y="1021691"/>
                  <a:pt x="430580" y="1069823"/>
                  <a:pt x="600678" y="1084631"/>
                </a:cubicBezTo>
                <a:cubicBezTo>
                  <a:pt x="770753" y="1099439"/>
                  <a:pt x="941495" y="1050778"/>
                  <a:pt x="1081668" y="867807"/>
                </a:cubicBezTo>
                <a:cubicBezTo>
                  <a:pt x="1221841" y="684836"/>
                  <a:pt x="1236401" y="421998"/>
                  <a:pt x="1099701" y="259133"/>
                </a:cubicBezTo>
                <a:cubicBezTo>
                  <a:pt x="963025" y="96244"/>
                  <a:pt x="719321" y="601"/>
                  <a:pt x="534134" y="3"/>
                </a:cubicBezTo>
                <a:cubicBezTo>
                  <a:pt x="287670" y="-780"/>
                  <a:pt x="85577" y="173531"/>
                  <a:pt x="23909" y="373889"/>
                </a:cubicBezTo>
                <a:close/>
              </a:path>
            </a:pathLst>
          </a:custGeom>
          <a:solidFill>
            <a:srgbClr val="FFE2D6"/>
          </a:solidFill>
          <a:ln w="2286" cap="flat">
            <a:noFill/>
            <a:prstDash val="solid"/>
            <a:miter/>
          </a:ln>
        </p:spPr>
        <p:txBody>
          <a:bodyPr rtlCol="0" anchor="ctr"/>
          <a:lstStyle/>
          <a:p>
            <a:pPr algn="ctr"/>
            <a:r>
              <a:rPr kumimoji="0" lang="en-FI" sz="1200" b="0" i="0" u="none" strike="noStrike" kern="1000" cap="none" spc="-30" normalizeH="0" baseline="0" noProof="0">
                <a:ln>
                  <a:noFill/>
                </a:ln>
                <a:effectLst/>
                <a:uLnTx/>
                <a:uFillTx/>
                <a:latin typeface="Cadiz Book"/>
                <a:ea typeface="+mn-ea"/>
                <a:cs typeface="+mn-cs"/>
              </a:rPr>
              <a:t>Insert Text</a:t>
            </a:r>
            <a:endParaRPr lang="en-FI"/>
          </a:p>
        </p:txBody>
      </p:sp>
      <p:sp>
        <p:nvSpPr>
          <p:cNvPr id="12" name="Graphic 54">
            <a:extLst>
              <a:ext uri="{FF2B5EF4-FFF2-40B4-BE49-F238E27FC236}">
                <a16:creationId xmlns:a16="http://schemas.microsoft.com/office/drawing/2014/main" id="{3051441A-7DD2-4CC5-0E9E-5088B4FAE378}"/>
              </a:ext>
              <a:ext uri="{C183D7F6-B498-43B3-948B-1728B52AA6E4}">
                <adec:decorative xmlns:adec="http://schemas.microsoft.com/office/drawing/2017/decorative" val="1"/>
              </a:ext>
            </a:extLst>
          </p:cNvPr>
          <p:cNvSpPr/>
          <p:nvPr/>
        </p:nvSpPr>
        <p:spPr>
          <a:xfrm>
            <a:off x="7901097" y="1376305"/>
            <a:ext cx="1213710" cy="1232746"/>
          </a:xfrm>
          <a:custGeom>
            <a:avLst/>
            <a:gdLst>
              <a:gd name="connsiteX0" fmla="*/ 887594 w 889001"/>
              <a:gd name="connsiteY0" fmla="*/ 478710 h 958760"/>
              <a:gd name="connsiteX1" fmla="*/ 753791 w 889001"/>
              <a:gd name="connsiteY1" fmla="*/ 842813 h 958760"/>
              <a:gd name="connsiteX2" fmla="*/ 427998 w 889001"/>
              <a:gd name="connsiteY2" fmla="*/ 956627 h 958760"/>
              <a:gd name="connsiteX3" fmla="*/ 38133 w 889001"/>
              <a:gd name="connsiteY3" fmla="*/ 714513 h 958760"/>
              <a:gd name="connsiteX4" fmla="*/ 64754 w 889001"/>
              <a:gd name="connsiteY4" fmla="*/ 210936 h 958760"/>
              <a:gd name="connsiteX5" fmla="*/ 412432 w 889001"/>
              <a:gd name="connsiteY5" fmla="*/ 2431 h 958760"/>
              <a:gd name="connsiteX6" fmla="*/ 784904 w 889001"/>
              <a:gd name="connsiteY6" fmla="*/ 123845 h 958760"/>
              <a:gd name="connsiteX7" fmla="*/ 887594 w 889001"/>
              <a:gd name="connsiteY7" fmla="*/ 478710 h 95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001" h="958760">
                <a:moveTo>
                  <a:pt x="887594" y="478710"/>
                </a:moveTo>
                <a:cubicBezTo>
                  <a:pt x="877547" y="638875"/>
                  <a:pt x="826812" y="765049"/>
                  <a:pt x="753791" y="842813"/>
                </a:cubicBezTo>
                <a:cubicBezTo>
                  <a:pt x="680769" y="920577"/>
                  <a:pt x="551511" y="969823"/>
                  <a:pt x="427998" y="956627"/>
                </a:cubicBezTo>
                <a:cubicBezTo>
                  <a:pt x="319615" y="945052"/>
                  <a:pt x="102257" y="870373"/>
                  <a:pt x="38133" y="714513"/>
                </a:cubicBezTo>
                <a:cubicBezTo>
                  <a:pt x="-28638" y="552151"/>
                  <a:pt x="-32" y="323808"/>
                  <a:pt x="64754" y="210936"/>
                </a:cubicBezTo>
                <a:cubicBezTo>
                  <a:pt x="123028" y="109412"/>
                  <a:pt x="251451" y="18242"/>
                  <a:pt x="412432" y="2431"/>
                </a:cubicBezTo>
                <a:cubicBezTo>
                  <a:pt x="574424" y="-13467"/>
                  <a:pt x="720971" y="51084"/>
                  <a:pt x="784904" y="123845"/>
                </a:cubicBezTo>
                <a:cubicBezTo>
                  <a:pt x="848489" y="196188"/>
                  <a:pt x="898092" y="311467"/>
                  <a:pt x="887594" y="478710"/>
                </a:cubicBezTo>
                <a:close/>
              </a:path>
            </a:pathLst>
          </a:custGeom>
          <a:solidFill>
            <a:srgbClr val="F0F5F5"/>
          </a:solidFill>
          <a:ln w="1732" cap="flat">
            <a:noFill/>
            <a:prstDash val="solid"/>
            <a:miter/>
          </a:ln>
        </p:spPr>
        <p:txBody>
          <a:bodyPr rtlCol="0" anchor="ctr"/>
          <a:lstStyle/>
          <a:p>
            <a:endParaRPr lang="en-FI"/>
          </a:p>
        </p:txBody>
      </p:sp>
      <p:sp>
        <p:nvSpPr>
          <p:cNvPr id="47" name="Graphic 44">
            <a:extLst>
              <a:ext uri="{FF2B5EF4-FFF2-40B4-BE49-F238E27FC236}">
                <a16:creationId xmlns:a16="http://schemas.microsoft.com/office/drawing/2014/main" id="{22E219FF-F8D1-DEE6-32A8-AF0C2223EDB0}"/>
              </a:ext>
            </a:extLst>
          </p:cNvPr>
          <p:cNvSpPr/>
          <p:nvPr/>
        </p:nvSpPr>
        <p:spPr>
          <a:xfrm>
            <a:off x="5490773" y="4935004"/>
            <a:ext cx="2304325" cy="1454619"/>
          </a:xfrm>
          <a:custGeom>
            <a:avLst/>
            <a:gdLst>
              <a:gd name="connsiteX0" fmla="*/ 27249 w 4213498"/>
              <a:gd name="connsiteY0" fmla="*/ 2049090 h 2052240"/>
              <a:gd name="connsiteX1" fmla="*/ 2770 w 4213498"/>
              <a:gd name="connsiteY1" fmla="*/ 1046030 h 2052240"/>
              <a:gd name="connsiteX2" fmla="*/ 2865 w 4213498"/>
              <a:gd name="connsiteY2" fmla="*/ 4088 h 2052240"/>
              <a:gd name="connsiteX3" fmla="*/ 2112748 w 4213498"/>
              <a:gd name="connsiteY3" fmla="*/ 4088 h 2052240"/>
              <a:gd name="connsiteX4" fmla="*/ 4205771 w 4213498"/>
              <a:gd name="connsiteY4" fmla="*/ 4088 h 2052240"/>
              <a:gd name="connsiteX5" fmla="*/ 4205771 w 4213498"/>
              <a:gd name="connsiteY5" fmla="*/ 1223086 h 2052240"/>
              <a:gd name="connsiteX6" fmla="*/ 4213487 w 4213498"/>
              <a:gd name="connsiteY6" fmla="*/ 2048995 h 2052240"/>
              <a:gd name="connsiteX7" fmla="*/ 2146371 w 4213498"/>
              <a:gd name="connsiteY7" fmla="*/ 2048995 h 2052240"/>
              <a:gd name="connsiteX8" fmla="*/ 86971 w 4213498"/>
              <a:gd name="connsiteY8" fmla="*/ 2048995 h 2052240"/>
              <a:gd name="connsiteX9" fmla="*/ 27249 w 4213498"/>
              <a:gd name="connsiteY9" fmla="*/ 2048995 h 205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3498" h="2052240">
                <a:moveTo>
                  <a:pt x="27249" y="2049090"/>
                </a:moveTo>
                <a:cubicBezTo>
                  <a:pt x="16867" y="2018648"/>
                  <a:pt x="9056" y="1189325"/>
                  <a:pt x="2770" y="1046030"/>
                </a:cubicBezTo>
                <a:cubicBezTo>
                  <a:pt x="-3517" y="902736"/>
                  <a:pt x="2865" y="4088"/>
                  <a:pt x="2865" y="4088"/>
                </a:cubicBezTo>
                <a:lnTo>
                  <a:pt x="2112748" y="4088"/>
                </a:lnTo>
                <a:cubicBezTo>
                  <a:pt x="2314487" y="4088"/>
                  <a:pt x="4184816" y="-5111"/>
                  <a:pt x="4205771" y="4088"/>
                </a:cubicBezTo>
                <a:cubicBezTo>
                  <a:pt x="4226726" y="13287"/>
                  <a:pt x="4197389" y="1029150"/>
                  <a:pt x="4205771" y="1223086"/>
                </a:cubicBezTo>
                <a:cubicBezTo>
                  <a:pt x="4214153" y="1417021"/>
                  <a:pt x="4213487" y="2048995"/>
                  <a:pt x="4213487" y="2048995"/>
                </a:cubicBezTo>
                <a:lnTo>
                  <a:pt x="2146371" y="2048995"/>
                </a:lnTo>
                <a:cubicBezTo>
                  <a:pt x="1919390" y="2048995"/>
                  <a:pt x="137358" y="2056298"/>
                  <a:pt x="86971" y="2048995"/>
                </a:cubicBezTo>
                <a:lnTo>
                  <a:pt x="27249" y="2048995"/>
                </a:lnTo>
                <a:close/>
              </a:path>
            </a:pathLst>
          </a:custGeom>
          <a:solidFill>
            <a:srgbClr val="FAF1EF"/>
          </a:solidFill>
          <a:ln w="9525" cap="flat">
            <a:noFill/>
            <a:prstDash val="solid"/>
            <a:miter/>
          </a:ln>
        </p:spPr>
        <p:txBody>
          <a:bodyPr lIns="108000" tIns="108000" rIns="108000" bIns="108000" rtlCol="0" anchor="t"/>
          <a:lstStyle/>
          <a:p>
            <a:r>
              <a:rPr lang="en-FI" sz="1200" kern="1000" spc="-30" dirty="0">
                <a:latin typeface="+mj-lt"/>
              </a:rPr>
              <a:t>HEADLINE</a:t>
            </a:r>
            <a:br>
              <a:rPr lang="en-FI" sz="1200" kern="1000" spc="-30" dirty="0">
                <a:latin typeface="+mj-lt"/>
              </a:rPr>
            </a:br>
            <a:br>
              <a:rPr lang="en-FI" sz="1200" kern="1000" spc="-30" dirty="0"/>
            </a:br>
            <a:r>
              <a:rPr lang="en-FI" sz="1200" kern="1000" spc="-30" dirty="0"/>
              <a:t>Insert text, or delete text and use as background block</a:t>
            </a:r>
          </a:p>
          <a:p>
            <a:endParaRPr lang="en-FI" sz="1200" kern="1000" spc="-30" dirty="0"/>
          </a:p>
          <a:p>
            <a:pPr marL="92075" indent="-87313">
              <a:buFont typeface="Arial" panose="020B0604020202020204" pitchFamily="34" charset="0"/>
              <a:buChar char="•"/>
            </a:pPr>
            <a:r>
              <a:rPr lang="en-GB" sz="1200" kern="1000" spc="-30" dirty="0"/>
              <a:t>M</a:t>
            </a:r>
            <a:r>
              <a:rPr lang="en-FI" sz="1200" kern="1000" spc="-30" dirty="0"/>
              <a:t>ake a list</a:t>
            </a:r>
            <a:endParaRPr lang="en-FI" sz="1200" dirty="0"/>
          </a:p>
        </p:txBody>
      </p:sp>
      <p:sp>
        <p:nvSpPr>
          <p:cNvPr id="9" name="Freeform 8">
            <a:extLst>
              <a:ext uri="{FF2B5EF4-FFF2-40B4-BE49-F238E27FC236}">
                <a16:creationId xmlns:a16="http://schemas.microsoft.com/office/drawing/2014/main" id="{4B985377-A4D1-D395-ED3F-BD44AC57ECA5}"/>
              </a:ext>
              <a:ext uri="{C183D7F6-B498-43B3-948B-1728B52AA6E4}">
                <adec:decorative xmlns:adec="http://schemas.microsoft.com/office/drawing/2017/decorative" val="1"/>
              </a:ext>
            </a:extLst>
          </p:cNvPr>
          <p:cNvSpPr/>
          <p:nvPr/>
        </p:nvSpPr>
        <p:spPr>
          <a:xfrm>
            <a:off x="866715" y="4696475"/>
            <a:ext cx="230082" cy="20467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Lst>
            <a:ahLst/>
            <a:cxnLst>
              <a:cxn ang="0">
                <a:pos x="connsiteX0" y="connsiteY0"/>
              </a:cxn>
              <a:cxn ang="0">
                <a:pos x="connsiteX1" y="connsiteY1"/>
              </a:cxn>
              <a:cxn ang="0">
                <a:pos x="connsiteX2" y="connsiteY2"/>
              </a:cxn>
              <a:cxn ang="0">
                <a:pos x="connsiteX3" y="connsiteY3"/>
              </a:cxn>
            </a:cxnLst>
            <a:rect l="l" t="t" r="r" b="b"/>
            <a:pathLst>
              <a:path w="105908" h="94215">
                <a:moveTo>
                  <a:pt x="0" y="0"/>
                </a:moveTo>
                <a:cubicBezTo>
                  <a:pt x="669" y="12851"/>
                  <a:pt x="486" y="45732"/>
                  <a:pt x="1323" y="57396"/>
                </a:cubicBezTo>
                <a:cubicBezTo>
                  <a:pt x="2160" y="69060"/>
                  <a:pt x="6239" y="93292"/>
                  <a:pt x="36785" y="93804"/>
                </a:cubicBezTo>
                <a:cubicBezTo>
                  <a:pt x="64684" y="94316"/>
                  <a:pt x="83094" y="94472"/>
                  <a:pt x="105908" y="93554"/>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 name="Graphic 51">
            <a:extLst>
              <a:ext uri="{FF2B5EF4-FFF2-40B4-BE49-F238E27FC236}">
                <a16:creationId xmlns:a16="http://schemas.microsoft.com/office/drawing/2014/main" id="{68A310EB-1AF7-17A5-F1AF-2319B2469911}"/>
              </a:ext>
              <a:ext uri="{C183D7F6-B498-43B3-948B-1728B52AA6E4}">
                <adec:decorative xmlns:adec="http://schemas.microsoft.com/office/drawing/2017/decorative" val="1"/>
              </a:ext>
            </a:extLst>
          </p:cNvPr>
          <p:cNvSpPr/>
          <p:nvPr/>
        </p:nvSpPr>
        <p:spPr>
          <a:xfrm>
            <a:off x="9894935" y="1630241"/>
            <a:ext cx="1053789" cy="966693"/>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39" h="996449">
                <a:moveTo>
                  <a:pt x="705356" y="18038"/>
                </a:moveTo>
                <a:cubicBezTo>
                  <a:pt x="408232" y="-50202"/>
                  <a:pt x="164403" y="87294"/>
                  <a:pt x="75338" y="227636"/>
                </a:cubicBezTo>
                <a:cubicBezTo>
                  <a:pt x="-13727" y="367978"/>
                  <a:pt x="-55294" y="671515"/>
                  <a:pt x="132377" y="849274"/>
                </a:cubicBezTo>
                <a:cubicBezTo>
                  <a:pt x="272797" y="982300"/>
                  <a:pt x="515746" y="999145"/>
                  <a:pt x="643942" y="996142"/>
                </a:cubicBezTo>
                <a:cubicBezTo>
                  <a:pt x="772138" y="993138"/>
                  <a:pt x="1139834" y="920189"/>
                  <a:pt x="1176369" y="564954"/>
                </a:cubicBezTo>
                <a:cubicBezTo>
                  <a:pt x="1212904" y="209719"/>
                  <a:pt x="954530" y="75259"/>
                  <a:pt x="705356" y="18038"/>
                </a:cubicBezTo>
                <a:close/>
              </a:path>
            </a:pathLst>
          </a:custGeom>
          <a:blipFill>
            <a:blip r:embed="rId3" cstate="print">
              <a:extLst>
                <a:ext uri="{28A0092B-C50C-407E-A947-70E740481C1C}">
                  <a14:useLocalDpi xmlns:a14="http://schemas.microsoft.com/office/drawing/2010/main"/>
                </a:ext>
              </a:extLst>
            </a:blip>
            <a:stretch>
              <a:fillRect/>
            </a:stretch>
          </a:blipFill>
          <a:ln w="2251" cap="flat">
            <a:noFill/>
            <a:prstDash val="solid"/>
            <a:miter/>
          </a:ln>
        </p:spPr>
        <p:txBody>
          <a:bodyPr rtlCol="0" anchor="ctr"/>
          <a:lstStyle/>
          <a:p>
            <a:endParaRPr lang="en-FI"/>
          </a:p>
        </p:txBody>
      </p:sp>
      <p:sp>
        <p:nvSpPr>
          <p:cNvPr id="13" name="Graphic 44">
            <a:extLst>
              <a:ext uri="{FF2B5EF4-FFF2-40B4-BE49-F238E27FC236}">
                <a16:creationId xmlns:a16="http://schemas.microsoft.com/office/drawing/2014/main" id="{7689F793-602B-4DC6-4FDC-BBAFA73A1901}"/>
              </a:ext>
            </a:extLst>
          </p:cNvPr>
          <p:cNvSpPr/>
          <p:nvPr/>
        </p:nvSpPr>
        <p:spPr>
          <a:xfrm>
            <a:off x="5490774" y="4435103"/>
            <a:ext cx="4275796" cy="411758"/>
          </a:xfrm>
          <a:custGeom>
            <a:avLst/>
            <a:gdLst>
              <a:gd name="connsiteX0" fmla="*/ 27249 w 4213498"/>
              <a:gd name="connsiteY0" fmla="*/ 2049090 h 2052240"/>
              <a:gd name="connsiteX1" fmla="*/ 2770 w 4213498"/>
              <a:gd name="connsiteY1" fmla="*/ 1046030 h 2052240"/>
              <a:gd name="connsiteX2" fmla="*/ 2865 w 4213498"/>
              <a:gd name="connsiteY2" fmla="*/ 4088 h 2052240"/>
              <a:gd name="connsiteX3" fmla="*/ 2112748 w 4213498"/>
              <a:gd name="connsiteY3" fmla="*/ 4088 h 2052240"/>
              <a:gd name="connsiteX4" fmla="*/ 4205771 w 4213498"/>
              <a:gd name="connsiteY4" fmla="*/ 4088 h 2052240"/>
              <a:gd name="connsiteX5" fmla="*/ 4205771 w 4213498"/>
              <a:gd name="connsiteY5" fmla="*/ 1223086 h 2052240"/>
              <a:gd name="connsiteX6" fmla="*/ 4213487 w 4213498"/>
              <a:gd name="connsiteY6" fmla="*/ 2048995 h 2052240"/>
              <a:gd name="connsiteX7" fmla="*/ 2146371 w 4213498"/>
              <a:gd name="connsiteY7" fmla="*/ 2048995 h 2052240"/>
              <a:gd name="connsiteX8" fmla="*/ 86971 w 4213498"/>
              <a:gd name="connsiteY8" fmla="*/ 2048995 h 2052240"/>
              <a:gd name="connsiteX9" fmla="*/ 27249 w 4213498"/>
              <a:gd name="connsiteY9" fmla="*/ 2048995 h 2052240"/>
              <a:gd name="connsiteX0" fmla="*/ 5397 w 4213142"/>
              <a:gd name="connsiteY0" fmla="*/ 2060894 h 2060894"/>
              <a:gd name="connsiteX1" fmla="*/ 2413 w 4213142"/>
              <a:gd name="connsiteY1" fmla="*/ 1041941 h 2060894"/>
              <a:gd name="connsiteX2" fmla="*/ 2508 w 4213142"/>
              <a:gd name="connsiteY2" fmla="*/ -1 h 2060894"/>
              <a:gd name="connsiteX3" fmla="*/ 2112391 w 4213142"/>
              <a:gd name="connsiteY3" fmla="*/ -1 h 2060894"/>
              <a:gd name="connsiteX4" fmla="*/ 4205414 w 4213142"/>
              <a:gd name="connsiteY4" fmla="*/ -1 h 2060894"/>
              <a:gd name="connsiteX5" fmla="*/ 4205414 w 4213142"/>
              <a:gd name="connsiteY5" fmla="*/ 1218997 h 2060894"/>
              <a:gd name="connsiteX6" fmla="*/ 4213130 w 4213142"/>
              <a:gd name="connsiteY6" fmla="*/ 2044906 h 2060894"/>
              <a:gd name="connsiteX7" fmla="*/ 2146014 w 4213142"/>
              <a:gd name="connsiteY7" fmla="*/ 2044906 h 2060894"/>
              <a:gd name="connsiteX8" fmla="*/ 86614 w 4213142"/>
              <a:gd name="connsiteY8" fmla="*/ 2044906 h 2060894"/>
              <a:gd name="connsiteX9" fmla="*/ 26892 w 4213142"/>
              <a:gd name="connsiteY9" fmla="*/ 2044906 h 2060894"/>
              <a:gd name="connsiteX10" fmla="*/ 5397 w 4213142"/>
              <a:gd name="connsiteY10" fmla="*/ 2060894 h 2060894"/>
              <a:gd name="connsiteX0" fmla="*/ 5397 w 4213653"/>
              <a:gd name="connsiteY0" fmla="*/ 2060894 h 2060894"/>
              <a:gd name="connsiteX1" fmla="*/ 2413 w 4213653"/>
              <a:gd name="connsiteY1" fmla="*/ 1041941 h 2060894"/>
              <a:gd name="connsiteX2" fmla="*/ 2508 w 4213653"/>
              <a:gd name="connsiteY2" fmla="*/ -1 h 2060894"/>
              <a:gd name="connsiteX3" fmla="*/ 2112391 w 4213653"/>
              <a:gd name="connsiteY3" fmla="*/ -1 h 2060894"/>
              <a:gd name="connsiteX4" fmla="*/ 4205414 w 4213653"/>
              <a:gd name="connsiteY4" fmla="*/ -1 h 2060894"/>
              <a:gd name="connsiteX5" fmla="*/ 4205414 w 4213653"/>
              <a:gd name="connsiteY5" fmla="*/ 1218997 h 2060894"/>
              <a:gd name="connsiteX6" fmla="*/ 4213130 w 4213653"/>
              <a:gd name="connsiteY6" fmla="*/ 2044906 h 2060894"/>
              <a:gd name="connsiteX7" fmla="*/ 2146014 w 4213653"/>
              <a:gd name="connsiteY7" fmla="*/ 2044906 h 2060894"/>
              <a:gd name="connsiteX8" fmla="*/ 86614 w 4213653"/>
              <a:gd name="connsiteY8" fmla="*/ 2044906 h 2060894"/>
              <a:gd name="connsiteX9" fmla="*/ 26892 w 4213653"/>
              <a:gd name="connsiteY9" fmla="*/ 2044906 h 2060894"/>
              <a:gd name="connsiteX10" fmla="*/ 5397 w 4213653"/>
              <a:gd name="connsiteY10" fmla="*/ 2060894 h 2060894"/>
              <a:gd name="connsiteX0" fmla="*/ 5397 w 4361321"/>
              <a:gd name="connsiteY0" fmla="*/ 2142953 h 2142953"/>
              <a:gd name="connsiteX1" fmla="*/ 2413 w 4361321"/>
              <a:gd name="connsiteY1" fmla="*/ 1124000 h 2142953"/>
              <a:gd name="connsiteX2" fmla="*/ 2508 w 4361321"/>
              <a:gd name="connsiteY2" fmla="*/ 82058 h 2142953"/>
              <a:gd name="connsiteX3" fmla="*/ 2112391 w 4361321"/>
              <a:gd name="connsiteY3" fmla="*/ 82058 h 2142953"/>
              <a:gd name="connsiteX4" fmla="*/ 4205414 w 4361321"/>
              <a:gd name="connsiteY4" fmla="*/ 82058 h 2142953"/>
              <a:gd name="connsiteX5" fmla="*/ 4211555 w 4361321"/>
              <a:gd name="connsiteY5" fmla="*/ 1189820 h 2142953"/>
              <a:gd name="connsiteX6" fmla="*/ 4213130 w 4361321"/>
              <a:gd name="connsiteY6" fmla="*/ 2126965 h 2142953"/>
              <a:gd name="connsiteX7" fmla="*/ 2146014 w 4361321"/>
              <a:gd name="connsiteY7" fmla="*/ 2126965 h 2142953"/>
              <a:gd name="connsiteX8" fmla="*/ 86614 w 4361321"/>
              <a:gd name="connsiteY8" fmla="*/ 2126965 h 2142953"/>
              <a:gd name="connsiteX9" fmla="*/ 26892 w 4361321"/>
              <a:gd name="connsiteY9" fmla="*/ 2126965 h 2142953"/>
              <a:gd name="connsiteX10" fmla="*/ 5397 w 4361321"/>
              <a:gd name="connsiteY10" fmla="*/ 2142953 h 2142953"/>
              <a:gd name="connsiteX0" fmla="*/ 5397 w 4215330"/>
              <a:gd name="connsiteY0" fmla="*/ 2060929 h 2060929"/>
              <a:gd name="connsiteX1" fmla="*/ 2413 w 4215330"/>
              <a:gd name="connsiteY1" fmla="*/ 1041976 h 2060929"/>
              <a:gd name="connsiteX2" fmla="*/ 2508 w 4215330"/>
              <a:gd name="connsiteY2" fmla="*/ 34 h 2060929"/>
              <a:gd name="connsiteX3" fmla="*/ 2112391 w 4215330"/>
              <a:gd name="connsiteY3" fmla="*/ 34 h 2060929"/>
              <a:gd name="connsiteX4" fmla="*/ 4205414 w 4215330"/>
              <a:gd name="connsiteY4" fmla="*/ 34 h 2060929"/>
              <a:gd name="connsiteX5" fmla="*/ 4211555 w 4215330"/>
              <a:gd name="connsiteY5" fmla="*/ 1107796 h 2060929"/>
              <a:gd name="connsiteX6" fmla="*/ 4213130 w 4215330"/>
              <a:gd name="connsiteY6" fmla="*/ 2044941 h 2060929"/>
              <a:gd name="connsiteX7" fmla="*/ 2146014 w 4215330"/>
              <a:gd name="connsiteY7" fmla="*/ 2044941 h 2060929"/>
              <a:gd name="connsiteX8" fmla="*/ 86614 w 4215330"/>
              <a:gd name="connsiteY8" fmla="*/ 2044941 h 2060929"/>
              <a:gd name="connsiteX9" fmla="*/ 26892 w 4215330"/>
              <a:gd name="connsiteY9" fmla="*/ 2044941 h 2060929"/>
              <a:gd name="connsiteX10" fmla="*/ 5397 w 4215330"/>
              <a:gd name="connsiteY10" fmla="*/ 2060929 h 2060929"/>
              <a:gd name="connsiteX0" fmla="*/ 5397 w 4217038"/>
              <a:gd name="connsiteY0" fmla="*/ 2060934 h 2060934"/>
              <a:gd name="connsiteX1" fmla="*/ 2413 w 4217038"/>
              <a:gd name="connsiteY1" fmla="*/ 1041981 h 2060934"/>
              <a:gd name="connsiteX2" fmla="*/ 2508 w 4217038"/>
              <a:gd name="connsiteY2" fmla="*/ 39 h 2060934"/>
              <a:gd name="connsiteX3" fmla="*/ 2112391 w 4217038"/>
              <a:gd name="connsiteY3" fmla="*/ 39 h 2060934"/>
              <a:gd name="connsiteX4" fmla="*/ 4205414 w 4217038"/>
              <a:gd name="connsiteY4" fmla="*/ 39 h 2060934"/>
              <a:gd name="connsiteX5" fmla="*/ 4211555 w 4217038"/>
              <a:gd name="connsiteY5" fmla="*/ 1107801 h 2060934"/>
              <a:gd name="connsiteX6" fmla="*/ 4213130 w 4217038"/>
              <a:gd name="connsiteY6" fmla="*/ 2044946 h 2060934"/>
              <a:gd name="connsiteX7" fmla="*/ 2146014 w 4217038"/>
              <a:gd name="connsiteY7" fmla="*/ 2044946 h 2060934"/>
              <a:gd name="connsiteX8" fmla="*/ 86614 w 4217038"/>
              <a:gd name="connsiteY8" fmla="*/ 2044946 h 2060934"/>
              <a:gd name="connsiteX9" fmla="*/ 26892 w 4217038"/>
              <a:gd name="connsiteY9" fmla="*/ 2044946 h 2060934"/>
              <a:gd name="connsiteX10" fmla="*/ 5397 w 4217038"/>
              <a:gd name="connsiteY10" fmla="*/ 2060934 h 2060934"/>
              <a:gd name="connsiteX0" fmla="*/ 5397 w 4387756"/>
              <a:gd name="connsiteY0" fmla="*/ 2175911 h 2175911"/>
              <a:gd name="connsiteX1" fmla="*/ 2413 w 4387756"/>
              <a:gd name="connsiteY1" fmla="*/ 1156958 h 2175911"/>
              <a:gd name="connsiteX2" fmla="*/ 2508 w 4387756"/>
              <a:gd name="connsiteY2" fmla="*/ 115016 h 2175911"/>
              <a:gd name="connsiteX3" fmla="*/ 2112391 w 4387756"/>
              <a:gd name="connsiteY3" fmla="*/ 115016 h 2175911"/>
              <a:gd name="connsiteX4" fmla="*/ 4205414 w 4387756"/>
              <a:gd name="connsiteY4" fmla="*/ 115016 h 2175911"/>
              <a:gd name="connsiteX5" fmla="*/ 4279109 w 4387756"/>
              <a:gd name="connsiteY5" fmla="*/ 1667732 h 2175911"/>
              <a:gd name="connsiteX6" fmla="*/ 4213130 w 4387756"/>
              <a:gd name="connsiteY6" fmla="*/ 2159923 h 2175911"/>
              <a:gd name="connsiteX7" fmla="*/ 2146014 w 4387756"/>
              <a:gd name="connsiteY7" fmla="*/ 2159923 h 2175911"/>
              <a:gd name="connsiteX8" fmla="*/ 86614 w 4387756"/>
              <a:gd name="connsiteY8" fmla="*/ 2159923 h 2175911"/>
              <a:gd name="connsiteX9" fmla="*/ 26892 w 4387756"/>
              <a:gd name="connsiteY9" fmla="*/ 2159923 h 2175911"/>
              <a:gd name="connsiteX10" fmla="*/ 5397 w 4387756"/>
              <a:gd name="connsiteY10" fmla="*/ 2175911 h 2175911"/>
              <a:gd name="connsiteX0" fmla="*/ 5397 w 4364803"/>
              <a:gd name="connsiteY0" fmla="*/ 2148838 h 2148838"/>
              <a:gd name="connsiteX1" fmla="*/ 2413 w 4364803"/>
              <a:gd name="connsiteY1" fmla="*/ 1129885 h 2148838"/>
              <a:gd name="connsiteX2" fmla="*/ 2508 w 4364803"/>
              <a:gd name="connsiteY2" fmla="*/ 87943 h 2148838"/>
              <a:gd name="connsiteX3" fmla="*/ 2112391 w 4364803"/>
              <a:gd name="connsiteY3" fmla="*/ 87943 h 2148838"/>
              <a:gd name="connsiteX4" fmla="*/ 4205414 w 4364803"/>
              <a:gd name="connsiteY4" fmla="*/ 87943 h 2148838"/>
              <a:gd name="connsiteX5" fmla="*/ 4217697 w 4364803"/>
              <a:gd name="connsiteY5" fmla="*/ 1275161 h 2148838"/>
              <a:gd name="connsiteX6" fmla="*/ 4213130 w 4364803"/>
              <a:gd name="connsiteY6" fmla="*/ 2132850 h 2148838"/>
              <a:gd name="connsiteX7" fmla="*/ 2146014 w 4364803"/>
              <a:gd name="connsiteY7" fmla="*/ 2132850 h 2148838"/>
              <a:gd name="connsiteX8" fmla="*/ 86614 w 4364803"/>
              <a:gd name="connsiteY8" fmla="*/ 2132850 h 2148838"/>
              <a:gd name="connsiteX9" fmla="*/ 26892 w 4364803"/>
              <a:gd name="connsiteY9" fmla="*/ 2132850 h 2148838"/>
              <a:gd name="connsiteX10" fmla="*/ 5397 w 4364803"/>
              <a:gd name="connsiteY10" fmla="*/ 2148838 h 2148838"/>
              <a:gd name="connsiteX0" fmla="*/ 5397 w 4226329"/>
              <a:gd name="connsiteY0" fmla="*/ 2060893 h 2060893"/>
              <a:gd name="connsiteX1" fmla="*/ 2413 w 4226329"/>
              <a:gd name="connsiteY1" fmla="*/ 1041940 h 2060893"/>
              <a:gd name="connsiteX2" fmla="*/ 2508 w 4226329"/>
              <a:gd name="connsiteY2" fmla="*/ -2 h 2060893"/>
              <a:gd name="connsiteX3" fmla="*/ 2112391 w 4226329"/>
              <a:gd name="connsiteY3" fmla="*/ -2 h 2060893"/>
              <a:gd name="connsiteX4" fmla="*/ 4205414 w 4226329"/>
              <a:gd name="connsiteY4" fmla="*/ -2 h 2060893"/>
              <a:gd name="connsiteX5" fmla="*/ 4217697 w 4226329"/>
              <a:gd name="connsiteY5" fmla="*/ 1187216 h 2060893"/>
              <a:gd name="connsiteX6" fmla="*/ 4213130 w 4226329"/>
              <a:gd name="connsiteY6" fmla="*/ 2044905 h 2060893"/>
              <a:gd name="connsiteX7" fmla="*/ 2146014 w 4226329"/>
              <a:gd name="connsiteY7" fmla="*/ 2044905 h 2060893"/>
              <a:gd name="connsiteX8" fmla="*/ 86614 w 4226329"/>
              <a:gd name="connsiteY8" fmla="*/ 2044905 h 2060893"/>
              <a:gd name="connsiteX9" fmla="*/ 26892 w 4226329"/>
              <a:gd name="connsiteY9" fmla="*/ 2044905 h 2060893"/>
              <a:gd name="connsiteX10" fmla="*/ 5397 w 4226329"/>
              <a:gd name="connsiteY10" fmla="*/ 2060893 h 2060893"/>
              <a:gd name="connsiteX0" fmla="*/ 5397 w 4218895"/>
              <a:gd name="connsiteY0" fmla="*/ 2060893 h 2060893"/>
              <a:gd name="connsiteX1" fmla="*/ 2413 w 4218895"/>
              <a:gd name="connsiteY1" fmla="*/ 1041940 h 2060893"/>
              <a:gd name="connsiteX2" fmla="*/ 2508 w 4218895"/>
              <a:gd name="connsiteY2" fmla="*/ -2 h 2060893"/>
              <a:gd name="connsiteX3" fmla="*/ 2112391 w 4218895"/>
              <a:gd name="connsiteY3" fmla="*/ -2 h 2060893"/>
              <a:gd name="connsiteX4" fmla="*/ 4186990 w 4218895"/>
              <a:gd name="connsiteY4" fmla="*/ 15891 h 2060893"/>
              <a:gd name="connsiteX5" fmla="*/ 4217697 w 4218895"/>
              <a:gd name="connsiteY5" fmla="*/ 1187216 h 2060893"/>
              <a:gd name="connsiteX6" fmla="*/ 4213130 w 4218895"/>
              <a:gd name="connsiteY6" fmla="*/ 2044905 h 2060893"/>
              <a:gd name="connsiteX7" fmla="*/ 2146014 w 4218895"/>
              <a:gd name="connsiteY7" fmla="*/ 2044905 h 2060893"/>
              <a:gd name="connsiteX8" fmla="*/ 86614 w 4218895"/>
              <a:gd name="connsiteY8" fmla="*/ 2044905 h 2060893"/>
              <a:gd name="connsiteX9" fmla="*/ 26892 w 4218895"/>
              <a:gd name="connsiteY9" fmla="*/ 2044905 h 2060893"/>
              <a:gd name="connsiteX10" fmla="*/ 5397 w 4218895"/>
              <a:gd name="connsiteY10" fmla="*/ 2060893 h 2060893"/>
              <a:gd name="connsiteX0" fmla="*/ 5397 w 4218895"/>
              <a:gd name="connsiteY0" fmla="*/ 2060893 h 2060893"/>
              <a:gd name="connsiteX1" fmla="*/ 2413 w 4218895"/>
              <a:gd name="connsiteY1" fmla="*/ 1041940 h 2060893"/>
              <a:gd name="connsiteX2" fmla="*/ 2508 w 4218895"/>
              <a:gd name="connsiteY2" fmla="*/ -2 h 2060893"/>
              <a:gd name="connsiteX3" fmla="*/ 2112391 w 4218895"/>
              <a:gd name="connsiteY3" fmla="*/ -2 h 2060893"/>
              <a:gd name="connsiteX4" fmla="*/ 4186990 w 4218895"/>
              <a:gd name="connsiteY4" fmla="*/ 15891 h 2060893"/>
              <a:gd name="connsiteX5" fmla="*/ 4217697 w 4218895"/>
              <a:gd name="connsiteY5" fmla="*/ 1187216 h 2060893"/>
              <a:gd name="connsiteX6" fmla="*/ 4213130 w 4218895"/>
              <a:gd name="connsiteY6" fmla="*/ 2044905 h 2060893"/>
              <a:gd name="connsiteX7" fmla="*/ 2146014 w 4218895"/>
              <a:gd name="connsiteY7" fmla="*/ 2044905 h 2060893"/>
              <a:gd name="connsiteX8" fmla="*/ 86614 w 4218895"/>
              <a:gd name="connsiteY8" fmla="*/ 2044905 h 2060893"/>
              <a:gd name="connsiteX9" fmla="*/ 26892 w 4218895"/>
              <a:gd name="connsiteY9" fmla="*/ 2044905 h 2060893"/>
              <a:gd name="connsiteX10" fmla="*/ 5397 w 4218895"/>
              <a:gd name="connsiteY10" fmla="*/ 2060893 h 2060893"/>
              <a:gd name="connsiteX0" fmla="*/ 5397 w 4221835"/>
              <a:gd name="connsiteY0" fmla="*/ 2060893 h 2060893"/>
              <a:gd name="connsiteX1" fmla="*/ 2413 w 4221835"/>
              <a:gd name="connsiteY1" fmla="*/ 1041940 h 2060893"/>
              <a:gd name="connsiteX2" fmla="*/ 2508 w 4221835"/>
              <a:gd name="connsiteY2" fmla="*/ -2 h 2060893"/>
              <a:gd name="connsiteX3" fmla="*/ 2112391 w 4221835"/>
              <a:gd name="connsiteY3" fmla="*/ -2 h 2060893"/>
              <a:gd name="connsiteX4" fmla="*/ 4205414 w 4221835"/>
              <a:gd name="connsiteY4" fmla="*/ 15891 h 2060893"/>
              <a:gd name="connsiteX5" fmla="*/ 4217697 w 4221835"/>
              <a:gd name="connsiteY5" fmla="*/ 1187216 h 2060893"/>
              <a:gd name="connsiteX6" fmla="*/ 4213130 w 4221835"/>
              <a:gd name="connsiteY6" fmla="*/ 2044905 h 2060893"/>
              <a:gd name="connsiteX7" fmla="*/ 2146014 w 4221835"/>
              <a:gd name="connsiteY7" fmla="*/ 2044905 h 2060893"/>
              <a:gd name="connsiteX8" fmla="*/ 86614 w 4221835"/>
              <a:gd name="connsiteY8" fmla="*/ 2044905 h 2060893"/>
              <a:gd name="connsiteX9" fmla="*/ 26892 w 4221835"/>
              <a:gd name="connsiteY9" fmla="*/ 2044905 h 2060893"/>
              <a:gd name="connsiteX10" fmla="*/ 5397 w 4221835"/>
              <a:gd name="connsiteY10" fmla="*/ 2060893 h 2060893"/>
              <a:gd name="connsiteX0" fmla="*/ 5397 w 4220828"/>
              <a:gd name="connsiteY0" fmla="*/ 2060893 h 2060893"/>
              <a:gd name="connsiteX1" fmla="*/ 2413 w 4220828"/>
              <a:gd name="connsiteY1" fmla="*/ 1041940 h 2060893"/>
              <a:gd name="connsiteX2" fmla="*/ 2508 w 4220828"/>
              <a:gd name="connsiteY2" fmla="*/ -2 h 2060893"/>
              <a:gd name="connsiteX3" fmla="*/ 2112391 w 4220828"/>
              <a:gd name="connsiteY3" fmla="*/ -2 h 2060893"/>
              <a:gd name="connsiteX4" fmla="*/ 4205414 w 4220828"/>
              <a:gd name="connsiteY4" fmla="*/ 15891 h 2060893"/>
              <a:gd name="connsiteX5" fmla="*/ 4217697 w 4220828"/>
              <a:gd name="connsiteY5" fmla="*/ 1187216 h 2060893"/>
              <a:gd name="connsiteX6" fmla="*/ 4213130 w 4220828"/>
              <a:gd name="connsiteY6" fmla="*/ 2044905 h 2060893"/>
              <a:gd name="connsiteX7" fmla="*/ 2146014 w 4220828"/>
              <a:gd name="connsiteY7" fmla="*/ 2044905 h 2060893"/>
              <a:gd name="connsiteX8" fmla="*/ 86614 w 4220828"/>
              <a:gd name="connsiteY8" fmla="*/ 2044905 h 2060893"/>
              <a:gd name="connsiteX9" fmla="*/ 26892 w 4220828"/>
              <a:gd name="connsiteY9" fmla="*/ 2044905 h 2060893"/>
              <a:gd name="connsiteX10" fmla="*/ 5397 w 4220828"/>
              <a:gd name="connsiteY10" fmla="*/ 2060893 h 2060893"/>
              <a:gd name="connsiteX0" fmla="*/ 5397 w 4218895"/>
              <a:gd name="connsiteY0" fmla="*/ 2060893 h 2060893"/>
              <a:gd name="connsiteX1" fmla="*/ 2413 w 4218895"/>
              <a:gd name="connsiteY1" fmla="*/ 1041940 h 2060893"/>
              <a:gd name="connsiteX2" fmla="*/ 2508 w 4218895"/>
              <a:gd name="connsiteY2" fmla="*/ -2 h 2060893"/>
              <a:gd name="connsiteX3" fmla="*/ 2112391 w 4218895"/>
              <a:gd name="connsiteY3" fmla="*/ -2 h 2060893"/>
              <a:gd name="connsiteX4" fmla="*/ 4205414 w 4218895"/>
              <a:gd name="connsiteY4" fmla="*/ 15891 h 2060893"/>
              <a:gd name="connsiteX5" fmla="*/ 4217697 w 4218895"/>
              <a:gd name="connsiteY5" fmla="*/ 1187216 h 2060893"/>
              <a:gd name="connsiteX6" fmla="*/ 4213130 w 4218895"/>
              <a:gd name="connsiteY6" fmla="*/ 2044905 h 2060893"/>
              <a:gd name="connsiteX7" fmla="*/ 2146014 w 4218895"/>
              <a:gd name="connsiteY7" fmla="*/ 2044905 h 2060893"/>
              <a:gd name="connsiteX8" fmla="*/ 86614 w 4218895"/>
              <a:gd name="connsiteY8" fmla="*/ 2044905 h 2060893"/>
              <a:gd name="connsiteX9" fmla="*/ 26892 w 4218895"/>
              <a:gd name="connsiteY9" fmla="*/ 2044905 h 2060893"/>
              <a:gd name="connsiteX10" fmla="*/ 5397 w 4218895"/>
              <a:gd name="connsiteY10" fmla="*/ 2060893 h 2060893"/>
              <a:gd name="connsiteX0" fmla="*/ 5397 w 4220973"/>
              <a:gd name="connsiteY0" fmla="*/ 2060893 h 2060893"/>
              <a:gd name="connsiteX1" fmla="*/ 2413 w 4220973"/>
              <a:gd name="connsiteY1" fmla="*/ 1041940 h 2060893"/>
              <a:gd name="connsiteX2" fmla="*/ 2508 w 4220973"/>
              <a:gd name="connsiteY2" fmla="*/ -2 h 2060893"/>
              <a:gd name="connsiteX3" fmla="*/ 2112391 w 4220973"/>
              <a:gd name="connsiteY3" fmla="*/ -2 h 2060893"/>
              <a:gd name="connsiteX4" fmla="*/ 4217697 w 4220973"/>
              <a:gd name="connsiteY4" fmla="*/ 15891 h 2060893"/>
              <a:gd name="connsiteX5" fmla="*/ 4217697 w 4220973"/>
              <a:gd name="connsiteY5" fmla="*/ 1187216 h 2060893"/>
              <a:gd name="connsiteX6" fmla="*/ 4213130 w 4220973"/>
              <a:gd name="connsiteY6" fmla="*/ 2044905 h 2060893"/>
              <a:gd name="connsiteX7" fmla="*/ 2146014 w 4220973"/>
              <a:gd name="connsiteY7" fmla="*/ 2044905 h 2060893"/>
              <a:gd name="connsiteX8" fmla="*/ 86614 w 4220973"/>
              <a:gd name="connsiteY8" fmla="*/ 2044905 h 2060893"/>
              <a:gd name="connsiteX9" fmla="*/ 26892 w 4220973"/>
              <a:gd name="connsiteY9" fmla="*/ 2044905 h 2060893"/>
              <a:gd name="connsiteX10" fmla="*/ 5397 w 4220973"/>
              <a:gd name="connsiteY10" fmla="*/ 2060893 h 2060893"/>
              <a:gd name="connsiteX0" fmla="*/ 5397 w 4220716"/>
              <a:gd name="connsiteY0" fmla="*/ 2060893 h 2060893"/>
              <a:gd name="connsiteX1" fmla="*/ 2413 w 4220716"/>
              <a:gd name="connsiteY1" fmla="*/ 1041940 h 2060893"/>
              <a:gd name="connsiteX2" fmla="*/ 2508 w 4220716"/>
              <a:gd name="connsiteY2" fmla="*/ -2 h 2060893"/>
              <a:gd name="connsiteX3" fmla="*/ 2112391 w 4220716"/>
              <a:gd name="connsiteY3" fmla="*/ -2 h 2060893"/>
              <a:gd name="connsiteX4" fmla="*/ 4217697 w 4220716"/>
              <a:gd name="connsiteY4" fmla="*/ 15891 h 2060893"/>
              <a:gd name="connsiteX5" fmla="*/ 4217697 w 4220716"/>
              <a:gd name="connsiteY5" fmla="*/ 1187216 h 2060893"/>
              <a:gd name="connsiteX6" fmla="*/ 4219923 w 4220716"/>
              <a:gd name="connsiteY6" fmla="*/ 2060798 h 2060893"/>
              <a:gd name="connsiteX7" fmla="*/ 2146014 w 4220716"/>
              <a:gd name="connsiteY7" fmla="*/ 2044905 h 2060893"/>
              <a:gd name="connsiteX8" fmla="*/ 86614 w 4220716"/>
              <a:gd name="connsiteY8" fmla="*/ 2044905 h 2060893"/>
              <a:gd name="connsiteX9" fmla="*/ 26892 w 4220716"/>
              <a:gd name="connsiteY9" fmla="*/ 2044905 h 2060893"/>
              <a:gd name="connsiteX10" fmla="*/ 5397 w 4220716"/>
              <a:gd name="connsiteY10" fmla="*/ 2060893 h 2060893"/>
              <a:gd name="connsiteX0" fmla="*/ 5397 w 4219923"/>
              <a:gd name="connsiteY0" fmla="*/ 2060893 h 2060893"/>
              <a:gd name="connsiteX1" fmla="*/ 2413 w 4219923"/>
              <a:gd name="connsiteY1" fmla="*/ 1041940 h 2060893"/>
              <a:gd name="connsiteX2" fmla="*/ 2508 w 4219923"/>
              <a:gd name="connsiteY2" fmla="*/ -2 h 2060893"/>
              <a:gd name="connsiteX3" fmla="*/ 2112391 w 4219923"/>
              <a:gd name="connsiteY3" fmla="*/ -2 h 2060893"/>
              <a:gd name="connsiteX4" fmla="*/ 4212603 w 4219923"/>
              <a:gd name="connsiteY4" fmla="*/ 31782 h 2060893"/>
              <a:gd name="connsiteX5" fmla="*/ 4217697 w 4219923"/>
              <a:gd name="connsiteY5" fmla="*/ 1187216 h 2060893"/>
              <a:gd name="connsiteX6" fmla="*/ 4219923 w 4219923"/>
              <a:gd name="connsiteY6" fmla="*/ 2060798 h 2060893"/>
              <a:gd name="connsiteX7" fmla="*/ 2146014 w 4219923"/>
              <a:gd name="connsiteY7" fmla="*/ 2044905 h 2060893"/>
              <a:gd name="connsiteX8" fmla="*/ 86614 w 4219923"/>
              <a:gd name="connsiteY8" fmla="*/ 2044905 h 2060893"/>
              <a:gd name="connsiteX9" fmla="*/ 26892 w 4219923"/>
              <a:gd name="connsiteY9" fmla="*/ 2044905 h 2060893"/>
              <a:gd name="connsiteX10" fmla="*/ 5397 w 4219923"/>
              <a:gd name="connsiteY10" fmla="*/ 2060893 h 206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9923" h="2060893">
                <a:moveTo>
                  <a:pt x="5397" y="2060893"/>
                </a:moveTo>
                <a:cubicBezTo>
                  <a:pt x="-4985" y="2030451"/>
                  <a:pt x="2894" y="1385422"/>
                  <a:pt x="2413" y="1041940"/>
                </a:cubicBezTo>
                <a:cubicBezTo>
                  <a:pt x="1932" y="698458"/>
                  <a:pt x="2508" y="-2"/>
                  <a:pt x="2508" y="-2"/>
                </a:cubicBezTo>
                <a:lnTo>
                  <a:pt x="2112391" y="-2"/>
                </a:lnTo>
                <a:lnTo>
                  <a:pt x="4212603" y="31782"/>
                </a:lnTo>
                <a:cubicBezTo>
                  <a:pt x="4219578" y="38955"/>
                  <a:pt x="4216477" y="849047"/>
                  <a:pt x="4217697" y="1187216"/>
                </a:cubicBezTo>
                <a:cubicBezTo>
                  <a:pt x="4218917" y="1525385"/>
                  <a:pt x="4219923" y="2060798"/>
                  <a:pt x="4219923" y="2060798"/>
                </a:cubicBezTo>
                <a:lnTo>
                  <a:pt x="2146014" y="2044905"/>
                </a:lnTo>
                <a:lnTo>
                  <a:pt x="86614" y="2044905"/>
                </a:lnTo>
                <a:lnTo>
                  <a:pt x="26892" y="2044905"/>
                </a:lnTo>
                <a:cubicBezTo>
                  <a:pt x="26892" y="2044937"/>
                  <a:pt x="5397" y="2060861"/>
                  <a:pt x="5397" y="2060893"/>
                </a:cubicBezTo>
                <a:close/>
              </a:path>
            </a:pathLst>
          </a:custGeom>
          <a:solidFill>
            <a:schemeClr val="tx1"/>
          </a:solidFill>
          <a:ln w="9525" cap="flat">
            <a:noFill/>
            <a:prstDash val="solid"/>
            <a:miter/>
          </a:ln>
        </p:spPr>
        <p:txBody>
          <a:bodyPr lIns="108000" tIns="108000" rIns="108000" bIns="108000" rtlCol="0" anchor="ctr"/>
          <a:lstStyle/>
          <a:p>
            <a:r>
              <a:rPr lang="en-FI" sz="1400" kern="1000" spc="-30">
                <a:solidFill>
                  <a:schemeClr val="bg1"/>
                </a:solidFill>
              </a:rPr>
              <a:t>Use this one for wide blocks</a:t>
            </a:r>
          </a:p>
        </p:txBody>
      </p:sp>
      <p:sp>
        <p:nvSpPr>
          <p:cNvPr id="15" name="Graphic 44">
            <a:extLst>
              <a:ext uri="{FF2B5EF4-FFF2-40B4-BE49-F238E27FC236}">
                <a16:creationId xmlns:a16="http://schemas.microsoft.com/office/drawing/2014/main" id="{A2E1D91B-6A15-33A4-343C-08C06DB7FF75}"/>
              </a:ext>
            </a:extLst>
          </p:cNvPr>
          <p:cNvSpPr/>
          <p:nvPr/>
        </p:nvSpPr>
        <p:spPr>
          <a:xfrm>
            <a:off x="9883792" y="3606462"/>
            <a:ext cx="1316586" cy="2783159"/>
          </a:xfrm>
          <a:custGeom>
            <a:avLst/>
            <a:gdLst>
              <a:gd name="connsiteX0" fmla="*/ 27249 w 4213498"/>
              <a:gd name="connsiteY0" fmla="*/ 2049090 h 2052240"/>
              <a:gd name="connsiteX1" fmla="*/ 2770 w 4213498"/>
              <a:gd name="connsiteY1" fmla="*/ 1046030 h 2052240"/>
              <a:gd name="connsiteX2" fmla="*/ 2865 w 4213498"/>
              <a:gd name="connsiteY2" fmla="*/ 4088 h 2052240"/>
              <a:gd name="connsiteX3" fmla="*/ 2112748 w 4213498"/>
              <a:gd name="connsiteY3" fmla="*/ 4088 h 2052240"/>
              <a:gd name="connsiteX4" fmla="*/ 4205771 w 4213498"/>
              <a:gd name="connsiteY4" fmla="*/ 4088 h 2052240"/>
              <a:gd name="connsiteX5" fmla="*/ 4205771 w 4213498"/>
              <a:gd name="connsiteY5" fmla="*/ 1223086 h 2052240"/>
              <a:gd name="connsiteX6" fmla="*/ 4213487 w 4213498"/>
              <a:gd name="connsiteY6" fmla="*/ 2048995 h 2052240"/>
              <a:gd name="connsiteX7" fmla="*/ 2146371 w 4213498"/>
              <a:gd name="connsiteY7" fmla="*/ 2048995 h 2052240"/>
              <a:gd name="connsiteX8" fmla="*/ 86971 w 4213498"/>
              <a:gd name="connsiteY8" fmla="*/ 2048995 h 2052240"/>
              <a:gd name="connsiteX9" fmla="*/ 27249 w 4213498"/>
              <a:gd name="connsiteY9" fmla="*/ 2048995 h 205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3498" h="2052240">
                <a:moveTo>
                  <a:pt x="27249" y="2049090"/>
                </a:moveTo>
                <a:cubicBezTo>
                  <a:pt x="16867" y="2018648"/>
                  <a:pt x="9056" y="1189325"/>
                  <a:pt x="2770" y="1046030"/>
                </a:cubicBezTo>
                <a:cubicBezTo>
                  <a:pt x="-3517" y="902736"/>
                  <a:pt x="2865" y="4088"/>
                  <a:pt x="2865" y="4088"/>
                </a:cubicBezTo>
                <a:lnTo>
                  <a:pt x="2112748" y="4088"/>
                </a:lnTo>
                <a:cubicBezTo>
                  <a:pt x="2314487" y="4088"/>
                  <a:pt x="4184816" y="-5111"/>
                  <a:pt x="4205771" y="4088"/>
                </a:cubicBezTo>
                <a:cubicBezTo>
                  <a:pt x="4226726" y="13287"/>
                  <a:pt x="4197389" y="1029150"/>
                  <a:pt x="4205771" y="1223086"/>
                </a:cubicBezTo>
                <a:cubicBezTo>
                  <a:pt x="4214153" y="1417021"/>
                  <a:pt x="4213487" y="2048995"/>
                  <a:pt x="4213487" y="2048995"/>
                </a:cubicBezTo>
                <a:lnTo>
                  <a:pt x="2146371" y="2048995"/>
                </a:lnTo>
                <a:cubicBezTo>
                  <a:pt x="1919390" y="2048995"/>
                  <a:pt x="137358" y="2056298"/>
                  <a:pt x="86971" y="2048995"/>
                </a:cubicBezTo>
                <a:lnTo>
                  <a:pt x="27249" y="2048995"/>
                </a:lnTo>
                <a:close/>
              </a:path>
            </a:pathLst>
          </a:custGeom>
          <a:solidFill>
            <a:schemeClr val="tx2"/>
          </a:solidFill>
          <a:ln w="9525" cap="flat">
            <a:noFill/>
            <a:prstDash val="solid"/>
            <a:miter/>
          </a:ln>
        </p:spPr>
        <p:txBody>
          <a:bodyPr lIns="108000" tIns="108000" rIns="108000" bIns="108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0" u="none" strike="noStrike" kern="1000" cap="none" spc="-30" normalizeH="0" baseline="0" noProof="0">
                <a:ln>
                  <a:noFill/>
                </a:ln>
                <a:solidFill>
                  <a:schemeClr val="bg1"/>
                </a:solidFill>
                <a:effectLst/>
                <a:uLnTx/>
                <a:uFillTx/>
                <a:latin typeface="Cadiz Book"/>
                <a:ea typeface="+mn-ea"/>
                <a:cs typeface="+mn-cs"/>
              </a:rPr>
              <a:t>Use this one for tall blocks</a:t>
            </a:r>
          </a:p>
        </p:txBody>
      </p:sp>
      <p:sp>
        <p:nvSpPr>
          <p:cNvPr id="20" name="Freeform 19">
            <a:extLst>
              <a:ext uri="{FF2B5EF4-FFF2-40B4-BE49-F238E27FC236}">
                <a16:creationId xmlns:a16="http://schemas.microsoft.com/office/drawing/2014/main" id="{6F7D5A8A-1A2A-AC0B-C6A9-1CC670DB287C}"/>
              </a:ext>
            </a:extLst>
          </p:cNvPr>
          <p:cNvSpPr/>
          <p:nvPr/>
        </p:nvSpPr>
        <p:spPr>
          <a:xfrm>
            <a:off x="1527897" y="4696475"/>
            <a:ext cx="847009" cy="203925"/>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0 w 381114"/>
              <a:gd name="connsiteY0" fmla="*/ 0 h 96791"/>
              <a:gd name="connsiteX1" fmla="*/ 1323 w 381114"/>
              <a:gd name="connsiteY1" fmla="*/ 57396 h 96791"/>
              <a:gd name="connsiteX2" fmla="*/ 36785 w 381114"/>
              <a:gd name="connsiteY2" fmla="*/ 93804 h 96791"/>
              <a:gd name="connsiteX3" fmla="*/ 381114 w 381114"/>
              <a:gd name="connsiteY3" fmla="*/ 96791 h 96791"/>
              <a:gd name="connsiteX0" fmla="*/ 0 w 389883"/>
              <a:gd name="connsiteY0" fmla="*/ 0 h 93868"/>
              <a:gd name="connsiteX1" fmla="*/ 1323 w 389883"/>
              <a:gd name="connsiteY1" fmla="*/ 57396 h 93868"/>
              <a:gd name="connsiteX2" fmla="*/ 36785 w 389883"/>
              <a:gd name="connsiteY2" fmla="*/ 93804 h 93868"/>
              <a:gd name="connsiteX3" fmla="*/ 389883 w 389883"/>
              <a:gd name="connsiteY3" fmla="*/ 93868 h 93868"/>
            </a:gdLst>
            <a:ahLst/>
            <a:cxnLst>
              <a:cxn ang="0">
                <a:pos x="connsiteX0" y="connsiteY0"/>
              </a:cxn>
              <a:cxn ang="0">
                <a:pos x="connsiteX1" y="connsiteY1"/>
              </a:cxn>
              <a:cxn ang="0">
                <a:pos x="connsiteX2" y="connsiteY2"/>
              </a:cxn>
              <a:cxn ang="0">
                <a:pos x="connsiteX3" y="connsiteY3"/>
              </a:cxn>
            </a:cxnLst>
            <a:rect l="l" t="t" r="r" b="b"/>
            <a:pathLst>
              <a:path w="389883" h="93868">
                <a:moveTo>
                  <a:pt x="0" y="0"/>
                </a:moveTo>
                <a:cubicBezTo>
                  <a:pt x="669" y="12851"/>
                  <a:pt x="486" y="45732"/>
                  <a:pt x="1323" y="57396"/>
                </a:cubicBezTo>
                <a:cubicBezTo>
                  <a:pt x="2160" y="69060"/>
                  <a:pt x="6239" y="93292"/>
                  <a:pt x="36785" y="93804"/>
                </a:cubicBezTo>
                <a:lnTo>
                  <a:pt x="389883" y="93868"/>
                </a:ln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3" name="Freeform 22">
            <a:extLst>
              <a:ext uri="{FF2B5EF4-FFF2-40B4-BE49-F238E27FC236}">
                <a16:creationId xmlns:a16="http://schemas.microsoft.com/office/drawing/2014/main" id="{EC33AE01-1A7A-170D-B392-19B905523097}"/>
              </a:ext>
            </a:extLst>
          </p:cNvPr>
          <p:cNvSpPr/>
          <p:nvPr/>
        </p:nvSpPr>
        <p:spPr>
          <a:xfrm>
            <a:off x="863541" y="5223525"/>
            <a:ext cx="233256" cy="79522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779 w 108148"/>
              <a:gd name="connsiteY0" fmla="*/ 0 h 370308"/>
              <a:gd name="connsiteX1" fmla="*/ 3563 w 108148"/>
              <a:gd name="connsiteY1" fmla="*/ 329230 h 370308"/>
              <a:gd name="connsiteX2" fmla="*/ 39025 w 108148"/>
              <a:gd name="connsiteY2" fmla="*/ 365638 h 370308"/>
              <a:gd name="connsiteX3" fmla="*/ 108148 w 108148"/>
              <a:gd name="connsiteY3" fmla="*/ 365388 h 370308"/>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0461 h 366049"/>
              <a:gd name="connsiteX2" fmla="*/ 38246 w 107369"/>
              <a:gd name="connsiteY2" fmla="*/ 365638 h 366049"/>
              <a:gd name="connsiteX3" fmla="*/ 107369 w 107369"/>
              <a:gd name="connsiteY3" fmla="*/ 365388 h 366049"/>
            </a:gdLst>
            <a:ahLst/>
            <a:cxnLst>
              <a:cxn ang="0">
                <a:pos x="connsiteX0" y="connsiteY0"/>
              </a:cxn>
              <a:cxn ang="0">
                <a:pos x="connsiteX1" y="connsiteY1"/>
              </a:cxn>
              <a:cxn ang="0">
                <a:pos x="connsiteX2" y="connsiteY2"/>
              </a:cxn>
              <a:cxn ang="0">
                <a:pos x="connsiteX3" y="connsiteY3"/>
              </a:cxn>
            </a:cxnLst>
            <a:rect l="l" t="t" r="r" b="b"/>
            <a:pathLst>
              <a:path w="107369" h="366049">
                <a:moveTo>
                  <a:pt x="0" y="0"/>
                </a:moveTo>
                <a:cubicBezTo>
                  <a:pt x="669" y="12851"/>
                  <a:pt x="2255" y="293135"/>
                  <a:pt x="2784" y="320461"/>
                </a:cubicBezTo>
                <a:cubicBezTo>
                  <a:pt x="3313" y="347787"/>
                  <a:pt x="7700" y="365126"/>
                  <a:pt x="38246" y="365638"/>
                </a:cubicBezTo>
                <a:cubicBezTo>
                  <a:pt x="66145" y="366150"/>
                  <a:pt x="84555" y="366306"/>
                  <a:pt x="107369" y="365388"/>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5" name="Arc 24">
            <a:extLst>
              <a:ext uri="{FF2B5EF4-FFF2-40B4-BE49-F238E27FC236}">
                <a16:creationId xmlns:a16="http://schemas.microsoft.com/office/drawing/2014/main" id="{0F9D445A-2246-03F1-44CF-4CDF620C81B5}"/>
              </a:ext>
            </a:extLst>
          </p:cNvPr>
          <p:cNvSpPr/>
          <p:nvPr/>
        </p:nvSpPr>
        <p:spPr>
          <a:xfrm rot="16200000" flipH="1" flipV="1">
            <a:off x="1462962" y="4897500"/>
            <a:ext cx="936795" cy="1335120"/>
          </a:xfrm>
          <a:prstGeom prst="arc">
            <a:avLst>
              <a:gd name="adj1" fmla="val 17978183"/>
              <a:gd name="adj2" fmla="val 3690074"/>
            </a:avLst>
          </a:prstGeom>
          <a:ln w="12700">
            <a:solidFill>
              <a:schemeClr val="accent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
        <p:nvSpPr>
          <p:cNvPr id="27" name="Arc 26">
            <a:extLst>
              <a:ext uri="{FF2B5EF4-FFF2-40B4-BE49-F238E27FC236}">
                <a16:creationId xmlns:a16="http://schemas.microsoft.com/office/drawing/2014/main" id="{6EE08587-5537-0B20-4C85-D3E99AAE6DCE}"/>
              </a:ext>
            </a:extLst>
          </p:cNvPr>
          <p:cNvSpPr/>
          <p:nvPr/>
        </p:nvSpPr>
        <p:spPr>
          <a:xfrm rot="16200000" flipH="1" flipV="1">
            <a:off x="1452994" y="4375026"/>
            <a:ext cx="936795" cy="1335120"/>
          </a:xfrm>
          <a:prstGeom prst="arc">
            <a:avLst>
              <a:gd name="adj1" fmla="val 17824060"/>
              <a:gd name="adj2" fmla="val 3308009"/>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
        <p:nvSpPr>
          <p:cNvPr id="37" name="Arc 36">
            <a:extLst>
              <a:ext uri="{FF2B5EF4-FFF2-40B4-BE49-F238E27FC236}">
                <a16:creationId xmlns:a16="http://schemas.microsoft.com/office/drawing/2014/main" id="{636608BD-1AE0-915D-CD39-B53772907DB1}"/>
              </a:ext>
            </a:extLst>
          </p:cNvPr>
          <p:cNvSpPr/>
          <p:nvPr/>
        </p:nvSpPr>
        <p:spPr>
          <a:xfrm rot="3253150" flipH="1" flipV="1">
            <a:off x="3258665" y="5175388"/>
            <a:ext cx="701199" cy="546711"/>
          </a:xfrm>
          <a:prstGeom prst="arc">
            <a:avLst>
              <a:gd name="adj1" fmla="val 17833632"/>
              <a:gd name="adj2" fmla="val 3037283"/>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
        <p:nvSpPr>
          <p:cNvPr id="39" name="Arc 38">
            <a:extLst>
              <a:ext uri="{FF2B5EF4-FFF2-40B4-BE49-F238E27FC236}">
                <a16:creationId xmlns:a16="http://schemas.microsoft.com/office/drawing/2014/main" id="{15ADCC36-69F7-9528-5EDA-050AECCC6DA9}"/>
              </a:ext>
            </a:extLst>
          </p:cNvPr>
          <p:cNvSpPr/>
          <p:nvPr/>
        </p:nvSpPr>
        <p:spPr>
          <a:xfrm rot="14050338" flipH="1" flipV="1">
            <a:off x="3134060" y="5019814"/>
            <a:ext cx="701199" cy="546711"/>
          </a:xfrm>
          <a:prstGeom prst="arc">
            <a:avLst>
              <a:gd name="adj1" fmla="val 17548471"/>
              <a:gd name="adj2" fmla="val 3234258"/>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grpSp>
        <p:nvGrpSpPr>
          <p:cNvPr id="45" name="Group 44">
            <a:extLst>
              <a:ext uri="{FF2B5EF4-FFF2-40B4-BE49-F238E27FC236}">
                <a16:creationId xmlns:a16="http://schemas.microsoft.com/office/drawing/2014/main" id="{1B36C7B1-C950-0BBF-861E-E362DBA61473}"/>
              </a:ext>
            </a:extLst>
          </p:cNvPr>
          <p:cNvGrpSpPr/>
          <p:nvPr/>
        </p:nvGrpSpPr>
        <p:grpSpPr>
          <a:xfrm>
            <a:off x="2785573" y="4574188"/>
            <a:ext cx="233256" cy="1489136"/>
            <a:chOff x="3016140" y="4310705"/>
            <a:chExt cx="233256" cy="1489136"/>
          </a:xfrm>
        </p:grpSpPr>
        <p:sp>
          <p:nvSpPr>
            <p:cNvPr id="41" name="Freeform 40">
              <a:extLst>
                <a:ext uri="{FF2B5EF4-FFF2-40B4-BE49-F238E27FC236}">
                  <a16:creationId xmlns:a16="http://schemas.microsoft.com/office/drawing/2014/main" id="{04C25709-7115-6617-A2D0-3337BF6E518D}"/>
                </a:ext>
              </a:extLst>
            </p:cNvPr>
            <p:cNvSpPr/>
            <p:nvPr/>
          </p:nvSpPr>
          <p:spPr>
            <a:xfrm>
              <a:off x="3016140" y="5004612"/>
              <a:ext cx="233256" cy="79522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779 w 108148"/>
                <a:gd name="connsiteY0" fmla="*/ 0 h 370308"/>
                <a:gd name="connsiteX1" fmla="*/ 3563 w 108148"/>
                <a:gd name="connsiteY1" fmla="*/ 329230 h 370308"/>
                <a:gd name="connsiteX2" fmla="*/ 39025 w 108148"/>
                <a:gd name="connsiteY2" fmla="*/ 365638 h 370308"/>
                <a:gd name="connsiteX3" fmla="*/ 108148 w 108148"/>
                <a:gd name="connsiteY3" fmla="*/ 365388 h 370308"/>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0461 h 366049"/>
                <a:gd name="connsiteX2" fmla="*/ 38246 w 107369"/>
                <a:gd name="connsiteY2" fmla="*/ 365638 h 366049"/>
                <a:gd name="connsiteX3" fmla="*/ 107369 w 107369"/>
                <a:gd name="connsiteY3" fmla="*/ 365388 h 366049"/>
              </a:gdLst>
              <a:ahLst/>
              <a:cxnLst>
                <a:cxn ang="0">
                  <a:pos x="connsiteX0" y="connsiteY0"/>
                </a:cxn>
                <a:cxn ang="0">
                  <a:pos x="connsiteX1" y="connsiteY1"/>
                </a:cxn>
                <a:cxn ang="0">
                  <a:pos x="connsiteX2" y="connsiteY2"/>
                </a:cxn>
                <a:cxn ang="0">
                  <a:pos x="connsiteX3" y="connsiteY3"/>
                </a:cxn>
              </a:cxnLst>
              <a:rect l="l" t="t" r="r" b="b"/>
              <a:pathLst>
                <a:path w="107369" h="366049">
                  <a:moveTo>
                    <a:pt x="0" y="0"/>
                  </a:moveTo>
                  <a:cubicBezTo>
                    <a:pt x="669" y="12851"/>
                    <a:pt x="2255" y="293135"/>
                    <a:pt x="2784" y="320461"/>
                  </a:cubicBezTo>
                  <a:cubicBezTo>
                    <a:pt x="3313" y="347787"/>
                    <a:pt x="7700" y="365126"/>
                    <a:pt x="38246" y="365638"/>
                  </a:cubicBezTo>
                  <a:cubicBezTo>
                    <a:pt x="66145" y="366150"/>
                    <a:pt x="84555" y="366306"/>
                    <a:pt x="107369" y="365388"/>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3" name="Freeform 42">
              <a:extLst>
                <a:ext uri="{FF2B5EF4-FFF2-40B4-BE49-F238E27FC236}">
                  <a16:creationId xmlns:a16="http://schemas.microsoft.com/office/drawing/2014/main" id="{71E27BFD-2B52-BAC8-5721-862393EAE175}"/>
                </a:ext>
              </a:extLst>
            </p:cNvPr>
            <p:cNvSpPr/>
            <p:nvPr/>
          </p:nvSpPr>
          <p:spPr>
            <a:xfrm flipV="1">
              <a:off x="3016140" y="4310705"/>
              <a:ext cx="233256" cy="79522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779 w 108148"/>
                <a:gd name="connsiteY0" fmla="*/ 0 h 370308"/>
                <a:gd name="connsiteX1" fmla="*/ 3563 w 108148"/>
                <a:gd name="connsiteY1" fmla="*/ 329230 h 370308"/>
                <a:gd name="connsiteX2" fmla="*/ 39025 w 108148"/>
                <a:gd name="connsiteY2" fmla="*/ 365638 h 370308"/>
                <a:gd name="connsiteX3" fmla="*/ 108148 w 108148"/>
                <a:gd name="connsiteY3" fmla="*/ 365388 h 370308"/>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0461 h 366049"/>
                <a:gd name="connsiteX2" fmla="*/ 38246 w 107369"/>
                <a:gd name="connsiteY2" fmla="*/ 365638 h 366049"/>
                <a:gd name="connsiteX3" fmla="*/ 107369 w 107369"/>
                <a:gd name="connsiteY3" fmla="*/ 365388 h 366049"/>
              </a:gdLst>
              <a:ahLst/>
              <a:cxnLst>
                <a:cxn ang="0">
                  <a:pos x="connsiteX0" y="connsiteY0"/>
                </a:cxn>
                <a:cxn ang="0">
                  <a:pos x="connsiteX1" y="connsiteY1"/>
                </a:cxn>
                <a:cxn ang="0">
                  <a:pos x="connsiteX2" y="connsiteY2"/>
                </a:cxn>
                <a:cxn ang="0">
                  <a:pos x="connsiteX3" y="connsiteY3"/>
                </a:cxn>
              </a:cxnLst>
              <a:rect l="l" t="t" r="r" b="b"/>
              <a:pathLst>
                <a:path w="107369" h="366049">
                  <a:moveTo>
                    <a:pt x="0" y="0"/>
                  </a:moveTo>
                  <a:cubicBezTo>
                    <a:pt x="669" y="12851"/>
                    <a:pt x="2255" y="293135"/>
                    <a:pt x="2784" y="320461"/>
                  </a:cubicBezTo>
                  <a:cubicBezTo>
                    <a:pt x="3313" y="347787"/>
                    <a:pt x="7700" y="365126"/>
                    <a:pt x="38246" y="365638"/>
                  </a:cubicBezTo>
                  <a:cubicBezTo>
                    <a:pt x="66145" y="366150"/>
                    <a:pt x="84555" y="366306"/>
                    <a:pt x="107369" y="365388"/>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grpSp>
      <p:sp>
        <p:nvSpPr>
          <p:cNvPr id="52" name="Content Placeholder 1">
            <a:extLst>
              <a:ext uri="{FF2B5EF4-FFF2-40B4-BE49-F238E27FC236}">
                <a16:creationId xmlns:a16="http://schemas.microsoft.com/office/drawing/2014/main" id="{10C80AF7-BE88-16D0-3948-F284862F39DC}"/>
              </a:ext>
            </a:extLst>
          </p:cNvPr>
          <p:cNvSpPr txBox="1">
            <a:spLocks/>
          </p:cNvSpPr>
          <p:nvPr/>
        </p:nvSpPr>
        <p:spPr>
          <a:xfrm>
            <a:off x="5560269" y="3698594"/>
            <a:ext cx="3881801" cy="582027"/>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latin typeface="+mj-lt"/>
              </a:rPr>
              <a:t>THE BOX</a:t>
            </a:r>
            <a:br>
              <a:rPr lang="en-US" sz="1200">
                <a:latin typeface="+mj-lt"/>
              </a:rPr>
            </a:br>
            <a:r>
              <a:rPr lang="en-US" sz="1200"/>
              <a:t>Use these blocks instead of Power Point’s native rectangles. These have a subtle organic touch to them.</a:t>
            </a:r>
            <a:endParaRPr lang="fi-FI" sz="1200"/>
          </a:p>
        </p:txBody>
      </p:sp>
      <p:sp>
        <p:nvSpPr>
          <p:cNvPr id="56" name="Content Placeholder 1">
            <a:extLst>
              <a:ext uri="{FF2B5EF4-FFF2-40B4-BE49-F238E27FC236}">
                <a16:creationId xmlns:a16="http://schemas.microsoft.com/office/drawing/2014/main" id="{6A63A354-1B34-60EC-31C3-A857206304A6}"/>
              </a:ext>
            </a:extLst>
          </p:cNvPr>
          <p:cNvSpPr txBox="1">
            <a:spLocks/>
          </p:cNvSpPr>
          <p:nvPr/>
        </p:nvSpPr>
        <p:spPr>
          <a:xfrm>
            <a:off x="695326" y="3691721"/>
            <a:ext cx="3236510" cy="6784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latin typeface="+mj-lt"/>
              </a:rPr>
              <a:t>ARROWS &amp; CONNECTORS</a:t>
            </a:r>
            <a:br>
              <a:rPr lang="en-US" sz="1200">
                <a:latin typeface="+mj-lt"/>
              </a:rPr>
            </a:br>
            <a:r>
              <a:rPr lang="en-US" sz="1200"/>
              <a:t>Prefer these “pen-like” lines &amp; arrows when creating infographics</a:t>
            </a:r>
            <a:endParaRPr lang="fi-FI" sz="1200"/>
          </a:p>
        </p:txBody>
      </p:sp>
      <p:sp>
        <p:nvSpPr>
          <p:cNvPr id="58" name="Content Placeholder 1">
            <a:extLst>
              <a:ext uri="{FF2B5EF4-FFF2-40B4-BE49-F238E27FC236}">
                <a16:creationId xmlns:a16="http://schemas.microsoft.com/office/drawing/2014/main" id="{46729558-FAFE-0A17-6517-D01CD860E530}"/>
              </a:ext>
            </a:extLst>
          </p:cNvPr>
          <p:cNvSpPr txBox="1">
            <a:spLocks/>
          </p:cNvSpPr>
          <p:nvPr/>
        </p:nvSpPr>
        <p:spPr>
          <a:xfrm>
            <a:off x="695326" y="1700713"/>
            <a:ext cx="2323503" cy="1605452"/>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latin typeface="+mj-lt"/>
              </a:rPr>
              <a:t>THE HUMAN CIRCLE</a:t>
            </a:r>
            <a:br>
              <a:rPr lang="en-US" sz="1200">
                <a:latin typeface="+mj-lt"/>
              </a:rPr>
            </a:br>
            <a:r>
              <a:rPr lang="en-US" sz="1200"/>
              <a:t>This is our multifunctional, distinguishing visual element.</a:t>
            </a:r>
          </a:p>
          <a:p>
            <a:pPr marL="0" indent="0">
              <a:buFont typeface="Arial" panose="020B0604020202020204" pitchFamily="34" charset="0"/>
              <a:buNone/>
            </a:pPr>
            <a:r>
              <a:rPr lang="en-US" sz="1200"/>
              <a:t>As general guidance, use only one circle per page unless you use it for infographic purposes, e.g. a process, chart etc.</a:t>
            </a:r>
            <a:endParaRPr lang="fi-FI" sz="1200"/>
          </a:p>
        </p:txBody>
      </p:sp>
      <p:pic>
        <p:nvPicPr>
          <p:cNvPr id="59" name="Graphic 9">
            <a:extLst>
              <a:ext uri="{FF2B5EF4-FFF2-40B4-BE49-F238E27FC236}">
                <a16:creationId xmlns:a16="http://schemas.microsoft.com/office/drawing/2014/main" id="{BDAB88AD-ED0E-C31E-8E9C-3085E780B54E}"/>
              </a:ext>
              <a:ext uri="{C183D7F6-B498-43B3-948B-1728B52AA6E4}">
                <adec:decorative xmlns:adec="http://schemas.microsoft.com/office/drawing/2017/decorative" val="1"/>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a:xfrm>
            <a:off x="8043889" y="1615572"/>
            <a:ext cx="1317020" cy="1009539"/>
          </a:xfrm>
          <a:prstGeom prst="rect">
            <a:avLst/>
          </a:prstGeom>
        </p:spPr>
      </p:pic>
      <p:sp>
        <p:nvSpPr>
          <p:cNvPr id="60" name="Graphic 53">
            <a:extLst>
              <a:ext uri="{FF2B5EF4-FFF2-40B4-BE49-F238E27FC236}">
                <a16:creationId xmlns:a16="http://schemas.microsoft.com/office/drawing/2014/main" id="{6EA98B44-9C0B-3B60-2159-090325F7BCEA}"/>
              </a:ext>
            </a:extLst>
          </p:cNvPr>
          <p:cNvSpPr/>
          <p:nvPr/>
        </p:nvSpPr>
        <p:spPr>
          <a:xfrm>
            <a:off x="4252519" y="2090427"/>
            <a:ext cx="665834" cy="605790"/>
          </a:xfrm>
          <a:custGeom>
            <a:avLst/>
            <a:gdLst>
              <a:gd name="connsiteX0" fmla="*/ 23886 w 1194870"/>
              <a:gd name="connsiteY0" fmla="*/ 373866 h 1087119"/>
              <a:gd name="connsiteX1" fmla="*/ 178343 w 1194870"/>
              <a:gd name="connsiteY1" fmla="*/ 941041 h 1087119"/>
              <a:gd name="connsiteX2" fmla="*/ 600678 w 1194870"/>
              <a:gd name="connsiteY2" fmla="*/ 1084631 h 1087119"/>
              <a:gd name="connsiteX3" fmla="*/ 1081668 w 1194870"/>
              <a:gd name="connsiteY3" fmla="*/ 867807 h 1087119"/>
              <a:gd name="connsiteX4" fmla="*/ 1099701 w 1194870"/>
              <a:gd name="connsiteY4" fmla="*/ 259133 h 1087119"/>
              <a:gd name="connsiteX5" fmla="*/ 534134 w 1194870"/>
              <a:gd name="connsiteY5" fmla="*/ 3 h 1087119"/>
              <a:gd name="connsiteX6" fmla="*/ 23909 w 1194870"/>
              <a:gd name="connsiteY6" fmla="*/ 373889 h 1087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4870" h="1087119">
                <a:moveTo>
                  <a:pt x="23886" y="373866"/>
                </a:moveTo>
                <a:cubicBezTo>
                  <a:pt x="-52779" y="622978"/>
                  <a:pt x="70304" y="857282"/>
                  <a:pt x="178343" y="941041"/>
                </a:cubicBezTo>
                <a:cubicBezTo>
                  <a:pt x="282380" y="1021691"/>
                  <a:pt x="430580" y="1069823"/>
                  <a:pt x="600678" y="1084631"/>
                </a:cubicBezTo>
                <a:cubicBezTo>
                  <a:pt x="770753" y="1099439"/>
                  <a:pt x="941495" y="1050778"/>
                  <a:pt x="1081668" y="867807"/>
                </a:cubicBezTo>
                <a:cubicBezTo>
                  <a:pt x="1221841" y="684836"/>
                  <a:pt x="1236401" y="421998"/>
                  <a:pt x="1099701" y="259133"/>
                </a:cubicBezTo>
                <a:cubicBezTo>
                  <a:pt x="963025" y="96244"/>
                  <a:pt x="719321" y="601"/>
                  <a:pt x="534134" y="3"/>
                </a:cubicBezTo>
                <a:cubicBezTo>
                  <a:pt x="287670" y="-780"/>
                  <a:pt x="85577" y="173531"/>
                  <a:pt x="23909" y="373889"/>
                </a:cubicBezTo>
                <a:close/>
              </a:path>
            </a:pathLst>
          </a:custGeom>
          <a:solidFill>
            <a:schemeClr val="accent4"/>
          </a:solidFill>
          <a:ln w="2286" cap="flat">
            <a:noFill/>
            <a:prstDash val="solid"/>
            <a:miter/>
          </a:ln>
        </p:spPr>
        <p:txBody>
          <a:bodyPr rtlCol="0" anchor="ctr"/>
          <a:lstStyle/>
          <a:p>
            <a:pPr algn="ctr"/>
            <a:endParaRPr lang="en-FI" kern="1000" spc="-30" dirty="0"/>
          </a:p>
        </p:txBody>
      </p:sp>
      <p:sp>
        <p:nvSpPr>
          <p:cNvPr id="61" name="Graphic 54">
            <a:extLst>
              <a:ext uri="{FF2B5EF4-FFF2-40B4-BE49-F238E27FC236}">
                <a16:creationId xmlns:a16="http://schemas.microsoft.com/office/drawing/2014/main" id="{8D50AE56-865A-4255-F170-198B0C7C52A9}"/>
              </a:ext>
            </a:extLst>
          </p:cNvPr>
          <p:cNvSpPr/>
          <p:nvPr/>
        </p:nvSpPr>
        <p:spPr>
          <a:xfrm>
            <a:off x="3583732" y="1845696"/>
            <a:ext cx="598566" cy="607954"/>
          </a:xfrm>
          <a:custGeom>
            <a:avLst/>
            <a:gdLst>
              <a:gd name="connsiteX0" fmla="*/ 887594 w 889001"/>
              <a:gd name="connsiteY0" fmla="*/ 478710 h 958760"/>
              <a:gd name="connsiteX1" fmla="*/ 753791 w 889001"/>
              <a:gd name="connsiteY1" fmla="*/ 842813 h 958760"/>
              <a:gd name="connsiteX2" fmla="*/ 427998 w 889001"/>
              <a:gd name="connsiteY2" fmla="*/ 956627 h 958760"/>
              <a:gd name="connsiteX3" fmla="*/ 38133 w 889001"/>
              <a:gd name="connsiteY3" fmla="*/ 714513 h 958760"/>
              <a:gd name="connsiteX4" fmla="*/ 64754 w 889001"/>
              <a:gd name="connsiteY4" fmla="*/ 210936 h 958760"/>
              <a:gd name="connsiteX5" fmla="*/ 412432 w 889001"/>
              <a:gd name="connsiteY5" fmla="*/ 2431 h 958760"/>
              <a:gd name="connsiteX6" fmla="*/ 784904 w 889001"/>
              <a:gd name="connsiteY6" fmla="*/ 123845 h 958760"/>
              <a:gd name="connsiteX7" fmla="*/ 887594 w 889001"/>
              <a:gd name="connsiteY7" fmla="*/ 478710 h 95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001" h="958760">
                <a:moveTo>
                  <a:pt x="887594" y="478710"/>
                </a:moveTo>
                <a:cubicBezTo>
                  <a:pt x="877547" y="638875"/>
                  <a:pt x="826812" y="765049"/>
                  <a:pt x="753791" y="842813"/>
                </a:cubicBezTo>
                <a:cubicBezTo>
                  <a:pt x="680769" y="920577"/>
                  <a:pt x="551511" y="969823"/>
                  <a:pt x="427998" y="956627"/>
                </a:cubicBezTo>
                <a:cubicBezTo>
                  <a:pt x="319615" y="945052"/>
                  <a:pt x="102257" y="870373"/>
                  <a:pt x="38133" y="714513"/>
                </a:cubicBezTo>
                <a:cubicBezTo>
                  <a:pt x="-28638" y="552151"/>
                  <a:pt x="-32" y="323808"/>
                  <a:pt x="64754" y="210936"/>
                </a:cubicBezTo>
                <a:cubicBezTo>
                  <a:pt x="123028" y="109412"/>
                  <a:pt x="251451" y="18242"/>
                  <a:pt x="412432" y="2431"/>
                </a:cubicBezTo>
                <a:cubicBezTo>
                  <a:pt x="574424" y="-13467"/>
                  <a:pt x="720971" y="51084"/>
                  <a:pt x="784904" y="123845"/>
                </a:cubicBezTo>
                <a:cubicBezTo>
                  <a:pt x="848489" y="196188"/>
                  <a:pt x="898092" y="311467"/>
                  <a:pt x="887594" y="478710"/>
                </a:cubicBezTo>
                <a:close/>
              </a:path>
            </a:pathLst>
          </a:custGeom>
          <a:solidFill>
            <a:schemeClr val="accent4"/>
          </a:solidFill>
          <a:ln w="1732" cap="flat">
            <a:noFill/>
            <a:prstDash val="solid"/>
            <a:miter/>
          </a:ln>
        </p:spPr>
        <p:txBody>
          <a:bodyPr rtlCol="0" anchor="ctr"/>
          <a:lstStyle/>
          <a:p>
            <a:pPr algn="ctr"/>
            <a:endParaRPr lang="en-FI" kern="1000" spc="-30" dirty="0"/>
          </a:p>
        </p:txBody>
      </p:sp>
      <p:sp>
        <p:nvSpPr>
          <p:cNvPr id="62" name="Graphic 51">
            <a:extLst>
              <a:ext uri="{FF2B5EF4-FFF2-40B4-BE49-F238E27FC236}">
                <a16:creationId xmlns:a16="http://schemas.microsoft.com/office/drawing/2014/main" id="{16251D8B-586E-8CF7-CB6C-0758904DE5FF}"/>
              </a:ext>
            </a:extLst>
          </p:cNvPr>
          <p:cNvSpPr/>
          <p:nvPr/>
        </p:nvSpPr>
        <p:spPr>
          <a:xfrm>
            <a:off x="4945254" y="1777114"/>
            <a:ext cx="648789" cy="595167"/>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39" h="996449">
                <a:moveTo>
                  <a:pt x="705356" y="18038"/>
                </a:moveTo>
                <a:cubicBezTo>
                  <a:pt x="408232" y="-50202"/>
                  <a:pt x="164403" y="87294"/>
                  <a:pt x="75338" y="227636"/>
                </a:cubicBezTo>
                <a:cubicBezTo>
                  <a:pt x="-13727" y="367978"/>
                  <a:pt x="-55294" y="671515"/>
                  <a:pt x="132377" y="849274"/>
                </a:cubicBezTo>
                <a:cubicBezTo>
                  <a:pt x="272797" y="982300"/>
                  <a:pt x="515746" y="999145"/>
                  <a:pt x="643942" y="996142"/>
                </a:cubicBezTo>
                <a:cubicBezTo>
                  <a:pt x="772138" y="993138"/>
                  <a:pt x="1139834" y="920189"/>
                  <a:pt x="1176369" y="564954"/>
                </a:cubicBezTo>
                <a:cubicBezTo>
                  <a:pt x="1212904" y="209719"/>
                  <a:pt x="954530" y="75259"/>
                  <a:pt x="705356" y="18038"/>
                </a:cubicBezTo>
                <a:close/>
              </a:path>
            </a:pathLst>
          </a:custGeom>
          <a:solidFill>
            <a:schemeClr val="accent4"/>
          </a:solidFill>
          <a:ln w="2251" cap="flat">
            <a:noFill/>
            <a:prstDash val="solid"/>
            <a:miter/>
          </a:ln>
        </p:spPr>
        <p:txBody>
          <a:bodyPr rtlCol="0" anchor="ctr"/>
          <a:lstStyle/>
          <a:p>
            <a:pPr algn="ctr"/>
            <a:endParaRPr lang="en-FI" kern="1000" spc="-30" dirty="0"/>
          </a:p>
        </p:txBody>
      </p:sp>
      <p:sp>
        <p:nvSpPr>
          <p:cNvPr id="63" name="Content Placeholder 1">
            <a:extLst>
              <a:ext uri="{FF2B5EF4-FFF2-40B4-BE49-F238E27FC236}">
                <a16:creationId xmlns:a16="http://schemas.microsoft.com/office/drawing/2014/main" id="{D05D31DA-4370-481D-E3AE-AEE46179CC97}"/>
              </a:ext>
            </a:extLst>
          </p:cNvPr>
          <p:cNvSpPr txBox="1">
            <a:spLocks/>
          </p:cNvSpPr>
          <p:nvPr/>
        </p:nvSpPr>
        <p:spPr>
          <a:xfrm>
            <a:off x="3647723" y="2771907"/>
            <a:ext cx="2103634" cy="444461"/>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Copy from these 3 circle options. If you have many circles in your visual, include the different shapes to create variety. </a:t>
            </a:r>
            <a:r>
              <a:rPr lang="en-US" sz="1000">
                <a:solidFill>
                  <a:schemeClr val="accent1"/>
                </a:solidFill>
              </a:rPr>
              <a:t>DO NOT DRAW YOUR OWN CIRCLES</a:t>
            </a:r>
            <a:endParaRPr lang="fi-FI" sz="1000">
              <a:solidFill>
                <a:schemeClr val="accent1"/>
              </a:solidFill>
            </a:endParaRPr>
          </a:p>
        </p:txBody>
      </p:sp>
      <p:cxnSp>
        <p:nvCxnSpPr>
          <p:cNvPr id="65" name="Straight Connector 64">
            <a:extLst>
              <a:ext uri="{FF2B5EF4-FFF2-40B4-BE49-F238E27FC236}">
                <a16:creationId xmlns:a16="http://schemas.microsoft.com/office/drawing/2014/main" id="{57511A62-558F-8031-BC4F-9B1A173C442D}"/>
              </a:ext>
            </a:extLst>
          </p:cNvPr>
          <p:cNvCxnSpPr/>
          <p:nvPr/>
        </p:nvCxnSpPr>
        <p:spPr>
          <a:xfrm>
            <a:off x="3317503" y="4696474"/>
            <a:ext cx="512324"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Content Placeholder 1">
            <a:extLst>
              <a:ext uri="{FF2B5EF4-FFF2-40B4-BE49-F238E27FC236}">
                <a16:creationId xmlns:a16="http://schemas.microsoft.com/office/drawing/2014/main" id="{E1AE0B04-928D-9D66-2D57-339B6538CBCA}"/>
              </a:ext>
            </a:extLst>
          </p:cNvPr>
          <p:cNvSpPr txBox="1">
            <a:spLocks/>
          </p:cNvSpPr>
          <p:nvPr/>
        </p:nvSpPr>
        <p:spPr>
          <a:xfrm>
            <a:off x="6273687" y="2771907"/>
            <a:ext cx="887321" cy="351566"/>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Use circle with text content</a:t>
            </a:r>
            <a:endParaRPr lang="fi-FI" sz="1000">
              <a:solidFill>
                <a:schemeClr val="tx2"/>
              </a:solidFill>
            </a:endParaRPr>
          </a:p>
        </p:txBody>
      </p:sp>
      <p:sp>
        <p:nvSpPr>
          <p:cNvPr id="10" name="Content Placeholder 1">
            <a:extLst>
              <a:ext uri="{FF2B5EF4-FFF2-40B4-BE49-F238E27FC236}">
                <a16:creationId xmlns:a16="http://schemas.microsoft.com/office/drawing/2014/main" id="{B4252E1C-63C0-2397-5307-0581D9C2EB9D}"/>
              </a:ext>
            </a:extLst>
          </p:cNvPr>
          <p:cNvSpPr txBox="1">
            <a:spLocks/>
          </p:cNvSpPr>
          <p:nvPr/>
        </p:nvSpPr>
        <p:spPr>
          <a:xfrm>
            <a:off x="7944105" y="2771907"/>
            <a:ext cx="1448285" cy="573849"/>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Use circles as background element for illustration, image or layout in general</a:t>
            </a:r>
            <a:endParaRPr lang="fi-FI" sz="1000">
              <a:solidFill>
                <a:schemeClr val="tx2"/>
              </a:solidFill>
            </a:endParaRPr>
          </a:p>
        </p:txBody>
      </p:sp>
      <p:sp>
        <p:nvSpPr>
          <p:cNvPr id="14" name="Content Placeholder 1">
            <a:extLst>
              <a:ext uri="{FF2B5EF4-FFF2-40B4-BE49-F238E27FC236}">
                <a16:creationId xmlns:a16="http://schemas.microsoft.com/office/drawing/2014/main" id="{06D7F25B-9136-18CE-8303-0B5808A93F1C}"/>
              </a:ext>
            </a:extLst>
          </p:cNvPr>
          <p:cNvSpPr txBox="1">
            <a:spLocks/>
          </p:cNvSpPr>
          <p:nvPr/>
        </p:nvSpPr>
        <p:spPr>
          <a:xfrm>
            <a:off x="9864055" y="2771907"/>
            <a:ext cx="1346262" cy="573849"/>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Use for image cropping (picture or texture fill) NOTE: fix image proportions!</a:t>
            </a:r>
            <a:endParaRPr lang="fi-FI" sz="1000">
              <a:solidFill>
                <a:schemeClr val="tx2"/>
              </a:solidFill>
            </a:endParaRPr>
          </a:p>
        </p:txBody>
      </p:sp>
      <p:cxnSp>
        <p:nvCxnSpPr>
          <p:cNvPr id="19" name="Straight Connector 18">
            <a:extLst>
              <a:ext uri="{FF2B5EF4-FFF2-40B4-BE49-F238E27FC236}">
                <a16:creationId xmlns:a16="http://schemas.microsoft.com/office/drawing/2014/main" id="{7245B409-988E-DD24-8CFC-16E152458F91}"/>
              </a:ext>
            </a:extLst>
          </p:cNvPr>
          <p:cNvCxnSpPr/>
          <p:nvPr/>
        </p:nvCxnSpPr>
        <p:spPr>
          <a:xfrm>
            <a:off x="695326" y="3510251"/>
            <a:ext cx="10505052"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FF61F28-6642-CA3C-B288-3354F5129C3A}"/>
              </a:ext>
            </a:extLst>
          </p:cNvPr>
          <p:cNvCxnSpPr>
            <a:cxnSpLocks/>
          </p:cNvCxnSpPr>
          <p:nvPr/>
        </p:nvCxnSpPr>
        <p:spPr>
          <a:xfrm>
            <a:off x="5248056" y="3510251"/>
            <a:ext cx="0" cy="2879372"/>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Freeform 33">
            <a:extLst>
              <a:ext uri="{FF2B5EF4-FFF2-40B4-BE49-F238E27FC236}">
                <a16:creationId xmlns:a16="http://schemas.microsoft.com/office/drawing/2014/main" id="{DB86AE05-269E-F2F0-98E4-326841D40463}"/>
              </a:ext>
            </a:extLst>
          </p:cNvPr>
          <p:cNvSpPr/>
          <p:nvPr/>
        </p:nvSpPr>
        <p:spPr>
          <a:xfrm>
            <a:off x="4356087" y="4202192"/>
            <a:ext cx="331527" cy="2049650"/>
          </a:xfrm>
          <a:custGeom>
            <a:avLst/>
            <a:gdLst>
              <a:gd name="connsiteX0" fmla="*/ 347869 w 368520"/>
              <a:gd name="connsiteY0" fmla="*/ 0 h 1858618"/>
              <a:gd name="connsiteX1" fmla="*/ 0 w 368520"/>
              <a:gd name="connsiteY1" fmla="*/ 178905 h 1858618"/>
              <a:gd name="connsiteX2" fmla="*/ 347869 w 368520"/>
              <a:gd name="connsiteY2" fmla="*/ 516835 h 1858618"/>
              <a:gd name="connsiteX3" fmla="*/ 29817 w 368520"/>
              <a:gd name="connsiteY3" fmla="*/ 854765 h 1858618"/>
              <a:gd name="connsiteX4" fmla="*/ 367747 w 368520"/>
              <a:gd name="connsiteY4" fmla="*/ 1282148 h 1858618"/>
              <a:gd name="connsiteX5" fmla="*/ 129208 w 368520"/>
              <a:gd name="connsiteY5" fmla="*/ 1858618 h 1858618"/>
              <a:gd name="connsiteX6" fmla="*/ 129208 w 368520"/>
              <a:gd name="connsiteY6" fmla="*/ 1858618 h 1858618"/>
              <a:gd name="connsiteX0" fmla="*/ 318078 w 338729"/>
              <a:gd name="connsiteY0" fmla="*/ 0 h 1858618"/>
              <a:gd name="connsiteX1" fmla="*/ 244 w 338729"/>
              <a:gd name="connsiteY1" fmla="*/ 265673 h 1858618"/>
              <a:gd name="connsiteX2" fmla="*/ 318078 w 338729"/>
              <a:gd name="connsiteY2" fmla="*/ 516835 h 1858618"/>
              <a:gd name="connsiteX3" fmla="*/ 26 w 338729"/>
              <a:gd name="connsiteY3" fmla="*/ 854765 h 1858618"/>
              <a:gd name="connsiteX4" fmla="*/ 337956 w 338729"/>
              <a:gd name="connsiteY4" fmla="*/ 1282148 h 1858618"/>
              <a:gd name="connsiteX5" fmla="*/ 99417 w 338729"/>
              <a:gd name="connsiteY5" fmla="*/ 1858618 h 1858618"/>
              <a:gd name="connsiteX6" fmla="*/ 99417 w 338729"/>
              <a:gd name="connsiteY6" fmla="*/ 1858618 h 1858618"/>
              <a:gd name="connsiteX0" fmla="*/ 318078 w 338729"/>
              <a:gd name="connsiteY0" fmla="*/ 0 h 1858618"/>
              <a:gd name="connsiteX1" fmla="*/ 244 w 338729"/>
              <a:gd name="connsiteY1" fmla="*/ 265673 h 1858618"/>
              <a:gd name="connsiteX2" fmla="*/ 318078 w 338729"/>
              <a:gd name="connsiteY2" fmla="*/ 516835 h 1858618"/>
              <a:gd name="connsiteX3" fmla="*/ 26 w 338729"/>
              <a:gd name="connsiteY3" fmla="*/ 854765 h 1858618"/>
              <a:gd name="connsiteX4" fmla="*/ 337956 w 338729"/>
              <a:gd name="connsiteY4" fmla="*/ 1282148 h 1858618"/>
              <a:gd name="connsiteX5" fmla="*/ 99417 w 338729"/>
              <a:gd name="connsiteY5" fmla="*/ 1858618 h 1858618"/>
              <a:gd name="connsiteX6" fmla="*/ 99417 w 338729"/>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854765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854765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998266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998266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998266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97 w 338748"/>
              <a:gd name="connsiteY0" fmla="*/ 0 h 1858618"/>
              <a:gd name="connsiteX1" fmla="*/ 263 w 338748"/>
              <a:gd name="connsiteY1" fmla="*/ 265673 h 1858618"/>
              <a:gd name="connsiteX2" fmla="*/ 311423 w 338748"/>
              <a:gd name="connsiteY2" fmla="*/ 640312 h 1858618"/>
              <a:gd name="connsiteX3" fmla="*/ 45 w 338748"/>
              <a:gd name="connsiteY3" fmla="*/ 998266 h 1858618"/>
              <a:gd name="connsiteX4" fmla="*/ 337975 w 338748"/>
              <a:gd name="connsiteY4" fmla="*/ 1282148 h 1858618"/>
              <a:gd name="connsiteX5" fmla="*/ 99436 w 338748"/>
              <a:gd name="connsiteY5" fmla="*/ 1858618 h 1858618"/>
              <a:gd name="connsiteX6" fmla="*/ 99436 w 338748"/>
              <a:gd name="connsiteY6" fmla="*/ 1858618 h 1858618"/>
              <a:gd name="connsiteX0" fmla="*/ 318097 w 338748"/>
              <a:gd name="connsiteY0" fmla="*/ 0 h 1858618"/>
              <a:gd name="connsiteX1" fmla="*/ 263 w 338748"/>
              <a:gd name="connsiteY1" fmla="*/ 265673 h 1858618"/>
              <a:gd name="connsiteX2" fmla="*/ 311423 w 338748"/>
              <a:gd name="connsiteY2" fmla="*/ 640312 h 1858618"/>
              <a:gd name="connsiteX3" fmla="*/ 45 w 338748"/>
              <a:gd name="connsiteY3" fmla="*/ 998266 h 1858618"/>
              <a:gd name="connsiteX4" fmla="*/ 337975 w 338748"/>
              <a:gd name="connsiteY4" fmla="*/ 1282148 h 1858618"/>
              <a:gd name="connsiteX5" fmla="*/ 99436 w 338748"/>
              <a:gd name="connsiteY5" fmla="*/ 1858618 h 1858618"/>
              <a:gd name="connsiteX6" fmla="*/ 99436 w 338748"/>
              <a:gd name="connsiteY6" fmla="*/ 1858618 h 1858618"/>
              <a:gd name="connsiteX0" fmla="*/ 318097 w 338748"/>
              <a:gd name="connsiteY0" fmla="*/ 0 h 1858618"/>
              <a:gd name="connsiteX1" fmla="*/ 263 w 338748"/>
              <a:gd name="connsiteY1" fmla="*/ 265673 h 1858618"/>
              <a:gd name="connsiteX2" fmla="*/ 311423 w 338748"/>
              <a:gd name="connsiteY2" fmla="*/ 640312 h 1858618"/>
              <a:gd name="connsiteX3" fmla="*/ 45 w 338748"/>
              <a:gd name="connsiteY3" fmla="*/ 998266 h 1858618"/>
              <a:gd name="connsiteX4" fmla="*/ 337975 w 338748"/>
              <a:gd name="connsiteY4" fmla="*/ 1282148 h 1858618"/>
              <a:gd name="connsiteX5" fmla="*/ 99436 w 338748"/>
              <a:gd name="connsiteY5" fmla="*/ 1858618 h 1858618"/>
              <a:gd name="connsiteX6" fmla="*/ 99436 w 338748"/>
              <a:gd name="connsiteY6" fmla="*/ 1858618 h 1858618"/>
              <a:gd name="connsiteX0" fmla="*/ 318087 w 335410"/>
              <a:gd name="connsiteY0" fmla="*/ 0 h 1858618"/>
              <a:gd name="connsiteX1" fmla="*/ 253 w 335410"/>
              <a:gd name="connsiteY1" fmla="*/ 265673 h 1858618"/>
              <a:gd name="connsiteX2" fmla="*/ 311413 w 335410"/>
              <a:gd name="connsiteY2" fmla="*/ 640312 h 1858618"/>
              <a:gd name="connsiteX3" fmla="*/ 35 w 335410"/>
              <a:gd name="connsiteY3" fmla="*/ 998266 h 1858618"/>
              <a:gd name="connsiteX4" fmla="*/ 334628 w 335410"/>
              <a:gd name="connsiteY4" fmla="*/ 1385602 h 1858618"/>
              <a:gd name="connsiteX5" fmla="*/ 99426 w 335410"/>
              <a:gd name="connsiteY5" fmla="*/ 1858618 h 1858618"/>
              <a:gd name="connsiteX6" fmla="*/ 99426 w 335410"/>
              <a:gd name="connsiteY6" fmla="*/ 1858618 h 1858618"/>
              <a:gd name="connsiteX0" fmla="*/ 318087 w 334660"/>
              <a:gd name="connsiteY0" fmla="*/ 0 h 1858618"/>
              <a:gd name="connsiteX1" fmla="*/ 253 w 334660"/>
              <a:gd name="connsiteY1" fmla="*/ 265673 h 1858618"/>
              <a:gd name="connsiteX2" fmla="*/ 311413 w 334660"/>
              <a:gd name="connsiteY2" fmla="*/ 640312 h 1858618"/>
              <a:gd name="connsiteX3" fmla="*/ 35 w 334660"/>
              <a:gd name="connsiteY3" fmla="*/ 998266 h 1858618"/>
              <a:gd name="connsiteX4" fmla="*/ 334628 w 334660"/>
              <a:gd name="connsiteY4" fmla="*/ 1385602 h 1858618"/>
              <a:gd name="connsiteX5" fmla="*/ 99426 w 334660"/>
              <a:gd name="connsiteY5" fmla="*/ 1858618 h 1858618"/>
              <a:gd name="connsiteX6" fmla="*/ 99426 w 334660"/>
              <a:gd name="connsiteY6" fmla="*/ 1858618 h 1858618"/>
              <a:gd name="connsiteX0" fmla="*/ 318087 w 334660"/>
              <a:gd name="connsiteY0" fmla="*/ 0 h 1858618"/>
              <a:gd name="connsiteX1" fmla="*/ 253 w 334660"/>
              <a:gd name="connsiteY1" fmla="*/ 265673 h 1858618"/>
              <a:gd name="connsiteX2" fmla="*/ 311413 w 334660"/>
              <a:gd name="connsiteY2" fmla="*/ 640312 h 1858618"/>
              <a:gd name="connsiteX3" fmla="*/ 35 w 334660"/>
              <a:gd name="connsiteY3" fmla="*/ 998266 h 1858618"/>
              <a:gd name="connsiteX4" fmla="*/ 334628 w 334660"/>
              <a:gd name="connsiteY4" fmla="*/ 1385602 h 1858618"/>
              <a:gd name="connsiteX5" fmla="*/ 99426 w 334660"/>
              <a:gd name="connsiteY5" fmla="*/ 1858618 h 1858618"/>
              <a:gd name="connsiteX6" fmla="*/ 99426 w 334660"/>
              <a:gd name="connsiteY6" fmla="*/ 1858618 h 1858618"/>
              <a:gd name="connsiteX0" fmla="*/ 314750 w 334660"/>
              <a:gd name="connsiteY0" fmla="*/ 0 h 1925362"/>
              <a:gd name="connsiteX1" fmla="*/ 253 w 334660"/>
              <a:gd name="connsiteY1" fmla="*/ 332417 h 1925362"/>
              <a:gd name="connsiteX2" fmla="*/ 311413 w 334660"/>
              <a:gd name="connsiteY2" fmla="*/ 707056 h 1925362"/>
              <a:gd name="connsiteX3" fmla="*/ 35 w 334660"/>
              <a:gd name="connsiteY3" fmla="*/ 1065010 h 1925362"/>
              <a:gd name="connsiteX4" fmla="*/ 334628 w 334660"/>
              <a:gd name="connsiteY4" fmla="*/ 1452346 h 1925362"/>
              <a:gd name="connsiteX5" fmla="*/ 99426 w 334660"/>
              <a:gd name="connsiteY5" fmla="*/ 1925362 h 1925362"/>
              <a:gd name="connsiteX6" fmla="*/ 99426 w 334660"/>
              <a:gd name="connsiteY6" fmla="*/ 1925362 h 1925362"/>
              <a:gd name="connsiteX0" fmla="*/ 314750 w 334660"/>
              <a:gd name="connsiteY0" fmla="*/ 0 h 1925362"/>
              <a:gd name="connsiteX1" fmla="*/ 253 w 334660"/>
              <a:gd name="connsiteY1" fmla="*/ 332417 h 1925362"/>
              <a:gd name="connsiteX2" fmla="*/ 311413 w 334660"/>
              <a:gd name="connsiteY2" fmla="*/ 707056 h 1925362"/>
              <a:gd name="connsiteX3" fmla="*/ 35 w 334660"/>
              <a:gd name="connsiteY3" fmla="*/ 1065010 h 1925362"/>
              <a:gd name="connsiteX4" fmla="*/ 334628 w 334660"/>
              <a:gd name="connsiteY4" fmla="*/ 1452346 h 1925362"/>
              <a:gd name="connsiteX5" fmla="*/ 99426 w 334660"/>
              <a:gd name="connsiteY5" fmla="*/ 1925362 h 1925362"/>
              <a:gd name="connsiteX6" fmla="*/ 99426 w 334660"/>
              <a:gd name="connsiteY6" fmla="*/ 1925362 h 1925362"/>
              <a:gd name="connsiteX0" fmla="*/ 324509 w 344419"/>
              <a:gd name="connsiteY0" fmla="*/ 0 h 1925362"/>
              <a:gd name="connsiteX1" fmla="*/ 0 w 344419"/>
              <a:gd name="connsiteY1" fmla="*/ 402499 h 1925362"/>
              <a:gd name="connsiteX2" fmla="*/ 321172 w 344419"/>
              <a:gd name="connsiteY2" fmla="*/ 707056 h 1925362"/>
              <a:gd name="connsiteX3" fmla="*/ 9794 w 344419"/>
              <a:gd name="connsiteY3" fmla="*/ 1065010 h 1925362"/>
              <a:gd name="connsiteX4" fmla="*/ 344387 w 344419"/>
              <a:gd name="connsiteY4" fmla="*/ 1452346 h 1925362"/>
              <a:gd name="connsiteX5" fmla="*/ 109185 w 344419"/>
              <a:gd name="connsiteY5" fmla="*/ 1925362 h 1925362"/>
              <a:gd name="connsiteX6" fmla="*/ 109185 w 344419"/>
              <a:gd name="connsiteY6" fmla="*/ 1925362 h 1925362"/>
              <a:gd name="connsiteX0" fmla="*/ 324627 w 344537"/>
              <a:gd name="connsiteY0" fmla="*/ 0 h 1925362"/>
              <a:gd name="connsiteX1" fmla="*/ 118 w 344537"/>
              <a:gd name="connsiteY1" fmla="*/ 402499 h 1925362"/>
              <a:gd name="connsiteX2" fmla="*/ 321290 w 344537"/>
              <a:gd name="connsiteY2" fmla="*/ 707056 h 1925362"/>
              <a:gd name="connsiteX3" fmla="*/ 9912 w 344537"/>
              <a:gd name="connsiteY3" fmla="*/ 1065010 h 1925362"/>
              <a:gd name="connsiteX4" fmla="*/ 344505 w 344537"/>
              <a:gd name="connsiteY4" fmla="*/ 1452346 h 1925362"/>
              <a:gd name="connsiteX5" fmla="*/ 109303 w 344537"/>
              <a:gd name="connsiteY5" fmla="*/ 1925362 h 1925362"/>
              <a:gd name="connsiteX6" fmla="*/ 109303 w 344537"/>
              <a:gd name="connsiteY6" fmla="*/ 1925362 h 1925362"/>
              <a:gd name="connsiteX0" fmla="*/ 324512 w 344422"/>
              <a:gd name="connsiteY0" fmla="*/ 0 h 1925362"/>
              <a:gd name="connsiteX1" fmla="*/ 3 w 344422"/>
              <a:gd name="connsiteY1" fmla="*/ 402499 h 1925362"/>
              <a:gd name="connsiteX2" fmla="*/ 317838 w 344422"/>
              <a:gd name="connsiteY2" fmla="*/ 770463 h 1925362"/>
              <a:gd name="connsiteX3" fmla="*/ 9797 w 344422"/>
              <a:gd name="connsiteY3" fmla="*/ 1065010 h 1925362"/>
              <a:gd name="connsiteX4" fmla="*/ 344390 w 344422"/>
              <a:gd name="connsiteY4" fmla="*/ 1452346 h 1925362"/>
              <a:gd name="connsiteX5" fmla="*/ 109188 w 344422"/>
              <a:gd name="connsiteY5" fmla="*/ 1925362 h 1925362"/>
              <a:gd name="connsiteX6" fmla="*/ 109188 w 344422"/>
              <a:gd name="connsiteY6" fmla="*/ 1925362 h 1925362"/>
              <a:gd name="connsiteX0" fmla="*/ 324512 w 344422"/>
              <a:gd name="connsiteY0" fmla="*/ 0 h 1925362"/>
              <a:gd name="connsiteX1" fmla="*/ 3 w 344422"/>
              <a:gd name="connsiteY1" fmla="*/ 402499 h 1925362"/>
              <a:gd name="connsiteX2" fmla="*/ 317838 w 344422"/>
              <a:gd name="connsiteY2" fmla="*/ 770463 h 1925362"/>
              <a:gd name="connsiteX3" fmla="*/ 9797 w 344422"/>
              <a:gd name="connsiteY3" fmla="*/ 1065010 h 1925362"/>
              <a:gd name="connsiteX4" fmla="*/ 344390 w 344422"/>
              <a:gd name="connsiteY4" fmla="*/ 1452346 h 1925362"/>
              <a:gd name="connsiteX5" fmla="*/ 109188 w 344422"/>
              <a:gd name="connsiteY5" fmla="*/ 1925362 h 1925362"/>
              <a:gd name="connsiteX6" fmla="*/ 109188 w 344422"/>
              <a:gd name="connsiteY6" fmla="*/ 1925362 h 1925362"/>
              <a:gd name="connsiteX0" fmla="*/ 325256 w 345166"/>
              <a:gd name="connsiteY0" fmla="*/ 0 h 1925362"/>
              <a:gd name="connsiteX1" fmla="*/ 747 w 345166"/>
              <a:gd name="connsiteY1" fmla="*/ 402499 h 1925362"/>
              <a:gd name="connsiteX2" fmla="*/ 318582 w 345166"/>
              <a:gd name="connsiteY2" fmla="*/ 770463 h 1925362"/>
              <a:gd name="connsiteX3" fmla="*/ 10541 w 345166"/>
              <a:gd name="connsiteY3" fmla="*/ 1065010 h 1925362"/>
              <a:gd name="connsiteX4" fmla="*/ 345134 w 345166"/>
              <a:gd name="connsiteY4" fmla="*/ 1452346 h 1925362"/>
              <a:gd name="connsiteX5" fmla="*/ 109932 w 345166"/>
              <a:gd name="connsiteY5" fmla="*/ 1925362 h 1925362"/>
              <a:gd name="connsiteX6" fmla="*/ 109932 w 345166"/>
              <a:gd name="connsiteY6" fmla="*/ 1925362 h 1925362"/>
              <a:gd name="connsiteX0" fmla="*/ 325256 w 345967"/>
              <a:gd name="connsiteY0" fmla="*/ 0 h 1925362"/>
              <a:gd name="connsiteX1" fmla="*/ 747 w 345967"/>
              <a:gd name="connsiteY1" fmla="*/ 402499 h 1925362"/>
              <a:gd name="connsiteX2" fmla="*/ 318582 w 345967"/>
              <a:gd name="connsiteY2" fmla="*/ 770463 h 1925362"/>
              <a:gd name="connsiteX3" fmla="*/ 7203 w 345967"/>
              <a:gd name="connsiteY3" fmla="*/ 1131754 h 1925362"/>
              <a:gd name="connsiteX4" fmla="*/ 345134 w 345967"/>
              <a:gd name="connsiteY4" fmla="*/ 1452346 h 1925362"/>
              <a:gd name="connsiteX5" fmla="*/ 109932 w 345967"/>
              <a:gd name="connsiteY5" fmla="*/ 1925362 h 1925362"/>
              <a:gd name="connsiteX6" fmla="*/ 109932 w 345967"/>
              <a:gd name="connsiteY6" fmla="*/ 1925362 h 1925362"/>
              <a:gd name="connsiteX0" fmla="*/ 325256 w 345967"/>
              <a:gd name="connsiteY0" fmla="*/ 0 h 1925362"/>
              <a:gd name="connsiteX1" fmla="*/ 747 w 345967"/>
              <a:gd name="connsiteY1" fmla="*/ 402499 h 1925362"/>
              <a:gd name="connsiteX2" fmla="*/ 318582 w 345967"/>
              <a:gd name="connsiteY2" fmla="*/ 770463 h 1925362"/>
              <a:gd name="connsiteX3" fmla="*/ 7203 w 345967"/>
              <a:gd name="connsiteY3" fmla="*/ 1131754 h 1925362"/>
              <a:gd name="connsiteX4" fmla="*/ 345134 w 345967"/>
              <a:gd name="connsiteY4" fmla="*/ 1452346 h 1925362"/>
              <a:gd name="connsiteX5" fmla="*/ 109932 w 345967"/>
              <a:gd name="connsiteY5" fmla="*/ 1925362 h 1925362"/>
              <a:gd name="connsiteX6" fmla="*/ 109932 w 345967"/>
              <a:gd name="connsiteY6" fmla="*/ 1925362 h 1925362"/>
              <a:gd name="connsiteX0" fmla="*/ 325256 w 345967"/>
              <a:gd name="connsiteY0" fmla="*/ 0 h 1925362"/>
              <a:gd name="connsiteX1" fmla="*/ 747 w 345967"/>
              <a:gd name="connsiteY1" fmla="*/ 402499 h 1925362"/>
              <a:gd name="connsiteX2" fmla="*/ 318582 w 345967"/>
              <a:gd name="connsiteY2" fmla="*/ 770463 h 1925362"/>
              <a:gd name="connsiteX3" fmla="*/ 7203 w 345967"/>
              <a:gd name="connsiteY3" fmla="*/ 1131754 h 1925362"/>
              <a:gd name="connsiteX4" fmla="*/ 345134 w 345967"/>
              <a:gd name="connsiteY4" fmla="*/ 1452346 h 1925362"/>
              <a:gd name="connsiteX5" fmla="*/ 109932 w 345967"/>
              <a:gd name="connsiteY5" fmla="*/ 1925362 h 1925362"/>
              <a:gd name="connsiteX6" fmla="*/ 109932 w 345967"/>
              <a:gd name="connsiteY6" fmla="*/ 1925362 h 1925362"/>
              <a:gd name="connsiteX0" fmla="*/ 325256 w 342640"/>
              <a:gd name="connsiteY0" fmla="*/ 0 h 1925362"/>
              <a:gd name="connsiteX1" fmla="*/ 747 w 342640"/>
              <a:gd name="connsiteY1" fmla="*/ 402499 h 1925362"/>
              <a:gd name="connsiteX2" fmla="*/ 318582 w 342640"/>
              <a:gd name="connsiteY2" fmla="*/ 770463 h 1925362"/>
              <a:gd name="connsiteX3" fmla="*/ 7203 w 342640"/>
              <a:gd name="connsiteY3" fmla="*/ 1131754 h 1925362"/>
              <a:gd name="connsiteX4" fmla="*/ 341796 w 342640"/>
              <a:gd name="connsiteY4" fmla="*/ 1539114 h 1925362"/>
              <a:gd name="connsiteX5" fmla="*/ 109932 w 342640"/>
              <a:gd name="connsiteY5" fmla="*/ 1925362 h 1925362"/>
              <a:gd name="connsiteX6" fmla="*/ 109932 w 342640"/>
              <a:gd name="connsiteY6" fmla="*/ 1925362 h 1925362"/>
              <a:gd name="connsiteX0" fmla="*/ 325256 w 341951"/>
              <a:gd name="connsiteY0" fmla="*/ 0 h 1925362"/>
              <a:gd name="connsiteX1" fmla="*/ 747 w 341951"/>
              <a:gd name="connsiteY1" fmla="*/ 402499 h 1925362"/>
              <a:gd name="connsiteX2" fmla="*/ 318582 w 341951"/>
              <a:gd name="connsiteY2" fmla="*/ 770463 h 1925362"/>
              <a:gd name="connsiteX3" fmla="*/ 7203 w 341951"/>
              <a:gd name="connsiteY3" fmla="*/ 1131754 h 1925362"/>
              <a:gd name="connsiteX4" fmla="*/ 341796 w 341951"/>
              <a:gd name="connsiteY4" fmla="*/ 1539114 h 1925362"/>
              <a:gd name="connsiteX5" fmla="*/ 109932 w 341951"/>
              <a:gd name="connsiteY5" fmla="*/ 1925362 h 1925362"/>
              <a:gd name="connsiteX6" fmla="*/ 109932 w 341951"/>
              <a:gd name="connsiteY6" fmla="*/ 1925362 h 1925362"/>
              <a:gd name="connsiteX0" fmla="*/ 325256 w 341951"/>
              <a:gd name="connsiteY0" fmla="*/ 0 h 1925362"/>
              <a:gd name="connsiteX1" fmla="*/ 747 w 341951"/>
              <a:gd name="connsiteY1" fmla="*/ 402499 h 1925362"/>
              <a:gd name="connsiteX2" fmla="*/ 318582 w 341951"/>
              <a:gd name="connsiteY2" fmla="*/ 770463 h 1925362"/>
              <a:gd name="connsiteX3" fmla="*/ 7203 w 341951"/>
              <a:gd name="connsiteY3" fmla="*/ 1131754 h 1925362"/>
              <a:gd name="connsiteX4" fmla="*/ 341796 w 341951"/>
              <a:gd name="connsiteY4" fmla="*/ 1539114 h 1925362"/>
              <a:gd name="connsiteX5" fmla="*/ 109932 w 341951"/>
              <a:gd name="connsiteY5" fmla="*/ 1925362 h 1925362"/>
              <a:gd name="connsiteX6" fmla="*/ 109932 w 341951"/>
              <a:gd name="connsiteY6" fmla="*/ 1925362 h 1925362"/>
              <a:gd name="connsiteX0" fmla="*/ 418895 w 435590"/>
              <a:gd name="connsiteY0" fmla="*/ 0 h 2075537"/>
              <a:gd name="connsiteX1" fmla="*/ 94386 w 435590"/>
              <a:gd name="connsiteY1" fmla="*/ 402499 h 2075537"/>
              <a:gd name="connsiteX2" fmla="*/ 412221 w 435590"/>
              <a:gd name="connsiteY2" fmla="*/ 770463 h 2075537"/>
              <a:gd name="connsiteX3" fmla="*/ 100842 w 435590"/>
              <a:gd name="connsiteY3" fmla="*/ 1131754 h 2075537"/>
              <a:gd name="connsiteX4" fmla="*/ 435435 w 435590"/>
              <a:gd name="connsiteY4" fmla="*/ 1539114 h 2075537"/>
              <a:gd name="connsiteX5" fmla="*/ 203571 w 435590"/>
              <a:gd name="connsiteY5" fmla="*/ 1925362 h 2075537"/>
              <a:gd name="connsiteX6" fmla="*/ 0 w 435590"/>
              <a:gd name="connsiteY6" fmla="*/ 2075537 h 2075537"/>
              <a:gd name="connsiteX0" fmla="*/ 325257 w 341952"/>
              <a:gd name="connsiteY0" fmla="*/ 0 h 2065525"/>
              <a:gd name="connsiteX1" fmla="*/ 748 w 341952"/>
              <a:gd name="connsiteY1" fmla="*/ 402499 h 2065525"/>
              <a:gd name="connsiteX2" fmla="*/ 318583 w 341952"/>
              <a:gd name="connsiteY2" fmla="*/ 770463 h 2065525"/>
              <a:gd name="connsiteX3" fmla="*/ 7204 w 341952"/>
              <a:gd name="connsiteY3" fmla="*/ 1131754 h 2065525"/>
              <a:gd name="connsiteX4" fmla="*/ 341797 w 341952"/>
              <a:gd name="connsiteY4" fmla="*/ 1539114 h 2065525"/>
              <a:gd name="connsiteX5" fmla="*/ 109933 w 341952"/>
              <a:gd name="connsiteY5" fmla="*/ 1925362 h 2065525"/>
              <a:gd name="connsiteX6" fmla="*/ 46525 w 341952"/>
              <a:gd name="connsiteY6" fmla="*/ 2065525 h 2065525"/>
              <a:gd name="connsiteX0" fmla="*/ 325257 w 341952"/>
              <a:gd name="connsiteY0" fmla="*/ 0 h 2065525"/>
              <a:gd name="connsiteX1" fmla="*/ 748 w 341952"/>
              <a:gd name="connsiteY1" fmla="*/ 402499 h 2065525"/>
              <a:gd name="connsiteX2" fmla="*/ 318583 w 341952"/>
              <a:gd name="connsiteY2" fmla="*/ 770463 h 2065525"/>
              <a:gd name="connsiteX3" fmla="*/ 7204 w 341952"/>
              <a:gd name="connsiteY3" fmla="*/ 1131754 h 2065525"/>
              <a:gd name="connsiteX4" fmla="*/ 341797 w 341952"/>
              <a:gd name="connsiteY4" fmla="*/ 1539114 h 2065525"/>
              <a:gd name="connsiteX5" fmla="*/ 109933 w 341952"/>
              <a:gd name="connsiteY5" fmla="*/ 1925362 h 2065525"/>
              <a:gd name="connsiteX6" fmla="*/ 46525 w 341952"/>
              <a:gd name="connsiteY6" fmla="*/ 2065525 h 2065525"/>
              <a:gd name="connsiteX0" fmla="*/ 325257 w 342413"/>
              <a:gd name="connsiteY0" fmla="*/ 0 h 2065525"/>
              <a:gd name="connsiteX1" fmla="*/ 748 w 342413"/>
              <a:gd name="connsiteY1" fmla="*/ 402499 h 2065525"/>
              <a:gd name="connsiteX2" fmla="*/ 318583 w 342413"/>
              <a:gd name="connsiteY2" fmla="*/ 770463 h 2065525"/>
              <a:gd name="connsiteX3" fmla="*/ 7204 w 342413"/>
              <a:gd name="connsiteY3" fmla="*/ 1131754 h 2065525"/>
              <a:gd name="connsiteX4" fmla="*/ 341797 w 342413"/>
              <a:gd name="connsiteY4" fmla="*/ 1539114 h 2065525"/>
              <a:gd name="connsiteX5" fmla="*/ 96584 w 342413"/>
              <a:gd name="connsiteY5" fmla="*/ 1868629 h 2065525"/>
              <a:gd name="connsiteX6" fmla="*/ 46525 w 342413"/>
              <a:gd name="connsiteY6" fmla="*/ 2065525 h 2065525"/>
              <a:gd name="connsiteX0" fmla="*/ 325257 w 342413"/>
              <a:gd name="connsiteY0" fmla="*/ 0 h 2065525"/>
              <a:gd name="connsiteX1" fmla="*/ 748 w 342413"/>
              <a:gd name="connsiteY1" fmla="*/ 402499 h 2065525"/>
              <a:gd name="connsiteX2" fmla="*/ 318583 w 342413"/>
              <a:gd name="connsiteY2" fmla="*/ 770463 h 2065525"/>
              <a:gd name="connsiteX3" fmla="*/ 7204 w 342413"/>
              <a:gd name="connsiteY3" fmla="*/ 1131754 h 2065525"/>
              <a:gd name="connsiteX4" fmla="*/ 341797 w 342413"/>
              <a:gd name="connsiteY4" fmla="*/ 1539114 h 2065525"/>
              <a:gd name="connsiteX5" fmla="*/ 96584 w 342413"/>
              <a:gd name="connsiteY5" fmla="*/ 1868629 h 2065525"/>
              <a:gd name="connsiteX6" fmla="*/ 46525 w 342413"/>
              <a:gd name="connsiteY6" fmla="*/ 2065525 h 2065525"/>
              <a:gd name="connsiteX0" fmla="*/ 325257 w 341928"/>
              <a:gd name="connsiteY0" fmla="*/ 0 h 2065525"/>
              <a:gd name="connsiteX1" fmla="*/ 748 w 341928"/>
              <a:gd name="connsiteY1" fmla="*/ 402499 h 2065525"/>
              <a:gd name="connsiteX2" fmla="*/ 318583 w 341928"/>
              <a:gd name="connsiteY2" fmla="*/ 770463 h 2065525"/>
              <a:gd name="connsiteX3" fmla="*/ 7204 w 341928"/>
              <a:gd name="connsiteY3" fmla="*/ 1131754 h 2065525"/>
              <a:gd name="connsiteX4" fmla="*/ 341797 w 341928"/>
              <a:gd name="connsiteY4" fmla="*/ 1539114 h 2065525"/>
              <a:gd name="connsiteX5" fmla="*/ 46525 w 341928"/>
              <a:gd name="connsiteY5" fmla="*/ 2065525 h 2065525"/>
              <a:gd name="connsiteX0" fmla="*/ 325257 w 341901"/>
              <a:gd name="connsiteY0" fmla="*/ 0 h 2065525"/>
              <a:gd name="connsiteX1" fmla="*/ 748 w 341901"/>
              <a:gd name="connsiteY1" fmla="*/ 402499 h 2065525"/>
              <a:gd name="connsiteX2" fmla="*/ 318583 w 341901"/>
              <a:gd name="connsiteY2" fmla="*/ 770463 h 2065525"/>
              <a:gd name="connsiteX3" fmla="*/ 7204 w 341901"/>
              <a:gd name="connsiteY3" fmla="*/ 1131754 h 2065525"/>
              <a:gd name="connsiteX4" fmla="*/ 341797 w 341901"/>
              <a:gd name="connsiteY4" fmla="*/ 1539114 h 2065525"/>
              <a:gd name="connsiteX5" fmla="*/ 46525 w 341901"/>
              <a:gd name="connsiteY5" fmla="*/ 2065525 h 2065525"/>
              <a:gd name="connsiteX0" fmla="*/ 325257 w 341822"/>
              <a:gd name="connsiteY0" fmla="*/ 0 h 2065525"/>
              <a:gd name="connsiteX1" fmla="*/ 748 w 341822"/>
              <a:gd name="connsiteY1" fmla="*/ 402499 h 2065525"/>
              <a:gd name="connsiteX2" fmla="*/ 318583 w 341822"/>
              <a:gd name="connsiteY2" fmla="*/ 770463 h 2065525"/>
              <a:gd name="connsiteX3" fmla="*/ 7204 w 341822"/>
              <a:gd name="connsiteY3" fmla="*/ 1131754 h 2065525"/>
              <a:gd name="connsiteX4" fmla="*/ 341797 w 341822"/>
              <a:gd name="connsiteY4" fmla="*/ 1539114 h 2065525"/>
              <a:gd name="connsiteX5" fmla="*/ 46525 w 341822"/>
              <a:gd name="connsiteY5" fmla="*/ 2065525 h 2065525"/>
              <a:gd name="connsiteX0" fmla="*/ 325257 w 341798"/>
              <a:gd name="connsiteY0" fmla="*/ 0 h 2049650"/>
              <a:gd name="connsiteX1" fmla="*/ 748 w 341798"/>
              <a:gd name="connsiteY1" fmla="*/ 402499 h 2049650"/>
              <a:gd name="connsiteX2" fmla="*/ 318583 w 341798"/>
              <a:gd name="connsiteY2" fmla="*/ 770463 h 2049650"/>
              <a:gd name="connsiteX3" fmla="*/ 7204 w 341798"/>
              <a:gd name="connsiteY3" fmla="*/ 1131754 h 2049650"/>
              <a:gd name="connsiteX4" fmla="*/ 341797 w 341798"/>
              <a:gd name="connsiteY4" fmla="*/ 1539114 h 2049650"/>
              <a:gd name="connsiteX5" fmla="*/ 2075 w 341798"/>
              <a:gd name="connsiteY5" fmla="*/ 2049650 h 2049650"/>
              <a:gd name="connsiteX0" fmla="*/ 325257 w 332273"/>
              <a:gd name="connsiteY0" fmla="*/ 0 h 2049650"/>
              <a:gd name="connsiteX1" fmla="*/ 748 w 332273"/>
              <a:gd name="connsiteY1" fmla="*/ 402499 h 2049650"/>
              <a:gd name="connsiteX2" fmla="*/ 318583 w 332273"/>
              <a:gd name="connsiteY2" fmla="*/ 770463 h 2049650"/>
              <a:gd name="connsiteX3" fmla="*/ 7204 w 332273"/>
              <a:gd name="connsiteY3" fmla="*/ 1131754 h 2049650"/>
              <a:gd name="connsiteX4" fmla="*/ 332272 w 332273"/>
              <a:gd name="connsiteY4" fmla="*/ 1539114 h 2049650"/>
              <a:gd name="connsiteX5" fmla="*/ 2075 w 332273"/>
              <a:gd name="connsiteY5" fmla="*/ 2049650 h 2049650"/>
              <a:gd name="connsiteX0" fmla="*/ 325257 w 332273"/>
              <a:gd name="connsiteY0" fmla="*/ 0 h 2049650"/>
              <a:gd name="connsiteX1" fmla="*/ 748 w 332273"/>
              <a:gd name="connsiteY1" fmla="*/ 402499 h 2049650"/>
              <a:gd name="connsiteX2" fmla="*/ 318583 w 332273"/>
              <a:gd name="connsiteY2" fmla="*/ 770463 h 2049650"/>
              <a:gd name="connsiteX3" fmla="*/ 7204 w 332273"/>
              <a:gd name="connsiteY3" fmla="*/ 1131754 h 2049650"/>
              <a:gd name="connsiteX4" fmla="*/ 332272 w 332273"/>
              <a:gd name="connsiteY4" fmla="*/ 1539114 h 2049650"/>
              <a:gd name="connsiteX5" fmla="*/ 2075 w 332273"/>
              <a:gd name="connsiteY5" fmla="*/ 2049650 h 2049650"/>
              <a:gd name="connsiteX0" fmla="*/ 327590 w 334606"/>
              <a:gd name="connsiteY0" fmla="*/ 0 h 2049650"/>
              <a:gd name="connsiteX1" fmla="*/ 3081 w 334606"/>
              <a:gd name="connsiteY1" fmla="*/ 402499 h 2049650"/>
              <a:gd name="connsiteX2" fmla="*/ 320916 w 334606"/>
              <a:gd name="connsiteY2" fmla="*/ 770463 h 2049650"/>
              <a:gd name="connsiteX3" fmla="*/ 12 w 334606"/>
              <a:gd name="connsiteY3" fmla="*/ 1122229 h 2049650"/>
              <a:gd name="connsiteX4" fmla="*/ 334605 w 334606"/>
              <a:gd name="connsiteY4" fmla="*/ 1539114 h 2049650"/>
              <a:gd name="connsiteX5" fmla="*/ 4408 w 334606"/>
              <a:gd name="connsiteY5" fmla="*/ 2049650 h 2049650"/>
              <a:gd name="connsiteX0" fmla="*/ 327590 w 334606"/>
              <a:gd name="connsiteY0" fmla="*/ 0 h 2049650"/>
              <a:gd name="connsiteX1" fmla="*/ 3081 w 334606"/>
              <a:gd name="connsiteY1" fmla="*/ 402499 h 2049650"/>
              <a:gd name="connsiteX2" fmla="*/ 320916 w 334606"/>
              <a:gd name="connsiteY2" fmla="*/ 770463 h 2049650"/>
              <a:gd name="connsiteX3" fmla="*/ 12 w 334606"/>
              <a:gd name="connsiteY3" fmla="*/ 1122229 h 2049650"/>
              <a:gd name="connsiteX4" fmla="*/ 334605 w 334606"/>
              <a:gd name="connsiteY4" fmla="*/ 1539114 h 2049650"/>
              <a:gd name="connsiteX5" fmla="*/ 4408 w 334606"/>
              <a:gd name="connsiteY5" fmla="*/ 2049650 h 2049650"/>
              <a:gd name="connsiteX0" fmla="*/ 327579 w 334595"/>
              <a:gd name="connsiteY0" fmla="*/ 0 h 2049650"/>
              <a:gd name="connsiteX1" fmla="*/ 3070 w 334595"/>
              <a:gd name="connsiteY1" fmla="*/ 402499 h 2049650"/>
              <a:gd name="connsiteX2" fmla="*/ 333605 w 334595"/>
              <a:gd name="connsiteY2" fmla="*/ 757763 h 2049650"/>
              <a:gd name="connsiteX3" fmla="*/ 1 w 334595"/>
              <a:gd name="connsiteY3" fmla="*/ 1122229 h 2049650"/>
              <a:gd name="connsiteX4" fmla="*/ 334594 w 334595"/>
              <a:gd name="connsiteY4" fmla="*/ 1539114 h 2049650"/>
              <a:gd name="connsiteX5" fmla="*/ 4397 w 334595"/>
              <a:gd name="connsiteY5" fmla="*/ 2049650 h 2049650"/>
              <a:gd name="connsiteX0" fmla="*/ 327579 w 334595"/>
              <a:gd name="connsiteY0" fmla="*/ 0 h 2049650"/>
              <a:gd name="connsiteX1" fmla="*/ 3070 w 334595"/>
              <a:gd name="connsiteY1" fmla="*/ 402499 h 2049650"/>
              <a:gd name="connsiteX2" fmla="*/ 333605 w 334595"/>
              <a:gd name="connsiteY2" fmla="*/ 757763 h 2049650"/>
              <a:gd name="connsiteX3" fmla="*/ 1 w 334595"/>
              <a:gd name="connsiteY3" fmla="*/ 1122229 h 2049650"/>
              <a:gd name="connsiteX4" fmla="*/ 334594 w 334595"/>
              <a:gd name="connsiteY4" fmla="*/ 1539114 h 2049650"/>
              <a:gd name="connsiteX5" fmla="*/ 4397 w 334595"/>
              <a:gd name="connsiteY5" fmla="*/ 2049650 h 2049650"/>
              <a:gd name="connsiteX0" fmla="*/ 327579 w 334595"/>
              <a:gd name="connsiteY0" fmla="*/ 0 h 2049650"/>
              <a:gd name="connsiteX1" fmla="*/ 3070 w 334595"/>
              <a:gd name="connsiteY1" fmla="*/ 402499 h 2049650"/>
              <a:gd name="connsiteX2" fmla="*/ 333605 w 334595"/>
              <a:gd name="connsiteY2" fmla="*/ 757763 h 2049650"/>
              <a:gd name="connsiteX3" fmla="*/ 1 w 334595"/>
              <a:gd name="connsiteY3" fmla="*/ 1122229 h 2049650"/>
              <a:gd name="connsiteX4" fmla="*/ 334594 w 334595"/>
              <a:gd name="connsiteY4" fmla="*/ 1539114 h 2049650"/>
              <a:gd name="connsiteX5" fmla="*/ 4397 w 334595"/>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1527" h="2049650">
                <a:moveTo>
                  <a:pt x="324512" y="0"/>
                </a:moveTo>
                <a:cubicBezTo>
                  <a:pt x="327450" y="229931"/>
                  <a:pt x="-1001" y="193655"/>
                  <a:pt x="3" y="402499"/>
                </a:cubicBezTo>
                <a:cubicBezTo>
                  <a:pt x="1007" y="611343"/>
                  <a:pt x="330520" y="539383"/>
                  <a:pt x="330538" y="757763"/>
                </a:cubicBezTo>
                <a:cubicBezTo>
                  <a:pt x="330556" y="976143"/>
                  <a:pt x="-56" y="972425"/>
                  <a:pt x="109" y="1179379"/>
                </a:cubicBezTo>
                <a:cubicBezTo>
                  <a:pt x="274" y="1386333"/>
                  <a:pt x="331323" y="1340094"/>
                  <a:pt x="331527" y="1561339"/>
                </a:cubicBezTo>
                <a:cubicBezTo>
                  <a:pt x="331731" y="1782584"/>
                  <a:pt x="-563" y="1819841"/>
                  <a:pt x="1330" y="2049650"/>
                </a:cubicBezTo>
              </a:path>
            </a:pathLst>
          </a:custGeom>
          <a:noFill/>
          <a:ln cap="rnd">
            <a:solidFill>
              <a:srgbClr val="F7673B"/>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Graphic 51">
            <a:extLst>
              <a:ext uri="{FF2B5EF4-FFF2-40B4-BE49-F238E27FC236}">
                <a16:creationId xmlns:a16="http://schemas.microsoft.com/office/drawing/2014/main" id="{E086803E-96D4-DC93-6B87-29632490A14C}"/>
              </a:ext>
            </a:extLst>
          </p:cNvPr>
          <p:cNvSpPr/>
          <p:nvPr/>
        </p:nvSpPr>
        <p:spPr>
          <a:xfrm>
            <a:off x="6918717" y="705219"/>
            <a:ext cx="1015770" cy="1033208"/>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705593 w 1180076"/>
              <a:gd name="connsiteY0" fmla="*/ 18038 h 1095878"/>
              <a:gd name="connsiteX1" fmla="*/ 75575 w 1180076"/>
              <a:gd name="connsiteY1" fmla="*/ 227636 h 1095878"/>
              <a:gd name="connsiteX2" fmla="*/ 132614 w 1180076"/>
              <a:gd name="connsiteY2" fmla="*/ 849274 h 1095878"/>
              <a:gd name="connsiteX3" fmla="*/ 561868 w 1180076"/>
              <a:gd name="connsiteY3" fmla="*/ 1089351 h 1095878"/>
              <a:gd name="connsiteX4" fmla="*/ 644179 w 1180076"/>
              <a:gd name="connsiteY4" fmla="*/ 996142 h 1095878"/>
              <a:gd name="connsiteX5" fmla="*/ 1176606 w 1180076"/>
              <a:gd name="connsiteY5" fmla="*/ 564954 h 1095878"/>
              <a:gd name="connsiteX6" fmla="*/ 705593 w 1180076"/>
              <a:gd name="connsiteY6" fmla="*/ 18038 h 1095878"/>
              <a:gd name="connsiteX0" fmla="*/ 708270 w 1182753"/>
              <a:gd name="connsiteY0" fmla="*/ 20981 h 1098821"/>
              <a:gd name="connsiteX1" fmla="*/ 78252 w 1182753"/>
              <a:gd name="connsiteY1" fmla="*/ 230579 h 1098821"/>
              <a:gd name="connsiteX2" fmla="*/ 135291 w 1182753"/>
              <a:gd name="connsiteY2" fmla="*/ 852217 h 1098821"/>
              <a:gd name="connsiteX3" fmla="*/ 564545 w 1182753"/>
              <a:gd name="connsiteY3" fmla="*/ 1092294 h 1098821"/>
              <a:gd name="connsiteX4" fmla="*/ 646856 w 1182753"/>
              <a:gd name="connsiteY4" fmla="*/ 999085 h 1098821"/>
              <a:gd name="connsiteX5" fmla="*/ 1179283 w 1182753"/>
              <a:gd name="connsiteY5" fmla="*/ 567897 h 1098821"/>
              <a:gd name="connsiteX6" fmla="*/ 708270 w 1182753"/>
              <a:gd name="connsiteY6" fmla="*/ 20981 h 1098821"/>
              <a:gd name="connsiteX0" fmla="*/ 679326 w 1153809"/>
              <a:gd name="connsiteY0" fmla="*/ 17723 h 1095563"/>
              <a:gd name="connsiteX1" fmla="*/ 49308 w 1153809"/>
              <a:gd name="connsiteY1" fmla="*/ 227321 h 1095563"/>
              <a:gd name="connsiteX2" fmla="*/ 168633 w 1153809"/>
              <a:gd name="connsiteY2" fmla="*/ 836216 h 1095563"/>
              <a:gd name="connsiteX3" fmla="*/ 535601 w 1153809"/>
              <a:gd name="connsiteY3" fmla="*/ 1089036 h 1095563"/>
              <a:gd name="connsiteX4" fmla="*/ 617912 w 1153809"/>
              <a:gd name="connsiteY4" fmla="*/ 995827 h 1095563"/>
              <a:gd name="connsiteX5" fmla="*/ 1150339 w 1153809"/>
              <a:gd name="connsiteY5" fmla="*/ 564639 h 1095563"/>
              <a:gd name="connsiteX6" fmla="*/ 679326 w 1153809"/>
              <a:gd name="connsiteY6" fmla="*/ 17723 h 1095563"/>
              <a:gd name="connsiteX0" fmla="*/ 694585 w 1169068"/>
              <a:gd name="connsiteY0" fmla="*/ 23432 h 1101272"/>
              <a:gd name="connsiteX1" fmla="*/ 64567 w 1169068"/>
              <a:gd name="connsiteY1" fmla="*/ 233030 h 1101272"/>
              <a:gd name="connsiteX2" fmla="*/ 183892 w 1169068"/>
              <a:gd name="connsiteY2" fmla="*/ 841925 h 1101272"/>
              <a:gd name="connsiteX3" fmla="*/ 550860 w 1169068"/>
              <a:gd name="connsiteY3" fmla="*/ 1094745 h 1101272"/>
              <a:gd name="connsiteX4" fmla="*/ 633171 w 1169068"/>
              <a:gd name="connsiteY4" fmla="*/ 1001536 h 1101272"/>
              <a:gd name="connsiteX5" fmla="*/ 1165598 w 1169068"/>
              <a:gd name="connsiteY5" fmla="*/ 570348 h 1101272"/>
              <a:gd name="connsiteX6" fmla="*/ 694585 w 1169068"/>
              <a:gd name="connsiteY6" fmla="*/ 23432 h 1101272"/>
              <a:gd name="connsiteX0" fmla="*/ 694585 w 1169068"/>
              <a:gd name="connsiteY0" fmla="*/ 23432 h 1094745"/>
              <a:gd name="connsiteX1" fmla="*/ 64567 w 1169068"/>
              <a:gd name="connsiteY1" fmla="*/ 233030 h 1094745"/>
              <a:gd name="connsiteX2" fmla="*/ 183892 w 1169068"/>
              <a:gd name="connsiteY2" fmla="*/ 841925 h 1094745"/>
              <a:gd name="connsiteX3" fmla="*/ 550860 w 1169068"/>
              <a:gd name="connsiteY3" fmla="*/ 1094745 h 1094745"/>
              <a:gd name="connsiteX4" fmla="*/ 633171 w 1169068"/>
              <a:gd name="connsiteY4" fmla="*/ 1001536 h 1094745"/>
              <a:gd name="connsiteX5" fmla="*/ 1165598 w 1169068"/>
              <a:gd name="connsiteY5" fmla="*/ 570348 h 1094745"/>
              <a:gd name="connsiteX6" fmla="*/ 694585 w 1169068"/>
              <a:gd name="connsiteY6" fmla="*/ 23432 h 1094745"/>
              <a:gd name="connsiteX0" fmla="*/ 673314 w 1147797"/>
              <a:gd name="connsiteY0" fmla="*/ 23432 h 1110674"/>
              <a:gd name="connsiteX1" fmla="*/ 43296 w 1147797"/>
              <a:gd name="connsiteY1" fmla="*/ 233030 h 1110674"/>
              <a:gd name="connsiteX2" fmla="*/ 162621 w 1147797"/>
              <a:gd name="connsiteY2" fmla="*/ 841925 h 1110674"/>
              <a:gd name="connsiteX3" fmla="*/ 529589 w 1147797"/>
              <a:gd name="connsiteY3" fmla="*/ 1110674 h 1110674"/>
              <a:gd name="connsiteX4" fmla="*/ 611900 w 1147797"/>
              <a:gd name="connsiteY4" fmla="*/ 1001536 h 1110674"/>
              <a:gd name="connsiteX5" fmla="*/ 1144327 w 1147797"/>
              <a:gd name="connsiteY5" fmla="*/ 570348 h 1110674"/>
              <a:gd name="connsiteX6" fmla="*/ 673314 w 1147797"/>
              <a:gd name="connsiteY6" fmla="*/ 23432 h 1110674"/>
              <a:gd name="connsiteX0" fmla="*/ 673144 w 1147627"/>
              <a:gd name="connsiteY0" fmla="*/ 23432 h 1069259"/>
              <a:gd name="connsiteX1" fmla="*/ 43126 w 1147627"/>
              <a:gd name="connsiteY1" fmla="*/ 233030 h 1069259"/>
              <a:gd name="connsiteX2" fmla="*/ 162451 w 1147627"/>
              <a:gd name="connsiteY2" fmla="*/ 841925 h 1069259"/>
              <a:gd name="connsiteX3" fmla="*/ 522498 w 1147627"/>
              <a:gd name="connsiteY3" fmla="*/ 1069259 h 1069259"/>
              <a:gd name="connsiteX4" fmla="*/ 611730 w 1147627"/>
              <a:gd name="connsiteY4" fmla="*/ 1001536 h 1069259"/>
              <a:gd name="connsiteX5" fmla="*/ 1144157 w 1147627"/>
              <a:gd name="connsiteY5" fmla="*/ 570348 h 1069259"/>
              <a:gd name="connsiteX6" fmla="*/ 673144 w 1147627"/>
              <a:gd name="connsiteY6" fmla="*/ 23432 h 1069259"/>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92578 w 1167061"/>
              <a:gd name="connsiteY0" fmla="*/ 23432 h 1117046"/>
              <a:gd name="connsiteX1" fmla="*/ 62560 w 1167061"/>
              <a:gd name="connsiteY1" fmla="*/ 233030 h 1117046"/>
              <a:gd name="connsiteX2" fmla="*/ 181885 w 1167061"/>
              <a:gd name="connsiteY2" fmla="*/ 841925 h 1117046"/>
              <a:gd name="connsiteX3" fmla="*/ 562694 w 1167061"/>
              <a:gd name="connsiteY3" fmla="*/ 1117046 h 1117046"/>
              <a:gd name="connsiteX4" fmla="*/ 631164 w 1167061"/>
              <a:gd name="connsiteY4" fmla="*/ 1001536 h 1117046"/>
              <a:gd name="connsiteX5" fmla="*/ 1163591 w 1167061"/>
              <a:gd name="connsiteY5" fmla="*/ 570348 h 1117046"/>
              <a:gd name="connsiteX6" fmla="*/ 692578 w 1167061"/>
              <a:gd name="connsiteY6" fmla="*/ 23432 h 1117046"/>
              <a:gd name="connsiteX0" fmla="*/ 672890 w 1147373"/>
              <a:gd name="connsiteY0" fmla="*/ 23432 h 1091560"/>
              <a:gd name="connsiteX1" fmla="*/ 42872 w 1147373"/>
              <a:gd name="connsiteY1" fmla="*/ 233030 h 1091560"/>
              <a:gd name="connsiteX2" fmla="*/ 162197 w 1147373"/>
              <a:gd name="connsiteY2" fmla="*/ 841925 h 1091560"/>
              <a:gd name="connsiteX3" fmla="*/ 511862 w 1147373"/>
              <a:gd name="connsiteY3" fmla="*/ 1091560 h 1091560"/>
              <a:gd name="connsiteX4" fmla="*/ 611476 w 1147373"/>
              <a:gd name="connsiteY4" fmla="*/ 1001536 h 1091560"/>
              <a:gd name="connsiteX5" fmla="*/ 1143903 w 1147373"/>
              <a:gd name="connsiteY5" fmla="*/ 570348 h 1091560"/>
              <a:gd name="connsiteX6" fmla="*/ 672890 w 1147373"/>
              <a:gd name="connsiteY6" fmla="*/ 23432 h 1091560"/>
              <a:gd name="connsiteX0" fmla="*/ 684200 w 1158683"/>
              <a:gd name="connsiteY0" fmla="*/ 23432 h 1091560"/>
              <a:gd name="connsiteX1" fmla="*/ 54182 w 1158683"/>
              <a:gd name="connsiteY1" fmla="*/ 233030 h 1091560"/>
              <a:gd name="connsiteX2" fmla="*/ 173507 w 1158683"/>
              <a:gd name="connsiteY2" fmla="*/ 841925 h 1091560"/>
              <a:gd name="connsiteX3" fmla="*/ 523172 w 1158683"/>
              <a:gd name="connsiteY3" fmla="*/ 1091560 h 1091560"/>
              <a:gd name="connsiteX4" fmla="*/ 622786 w 1158683"/>
              <a:gd name="connsiteY4" fmla="*/ 1001536 h 1091560"/>
              <a:gd name="connsiteX5" fmla="*/ 1155213 w 1158683"/>
              <a:gd name="connsiteY5" fmla="*/ 570348 h 1091560"/>
              <a:gd name="connsiteX6" fmla="*/ 684200 w 1158683"/>
              <a:gd name="connsiteY6" fmla="*/ 23432 h 1091560"/>
              <a:gd name="connsiteX0" fmla="*/ 688004 w 1162487"/>
              <a:gd name="connsiteY0" fmla="*/ 17312 h 1085440"/>
              <a:gd name="connsiteX1" fmla="*/ 57986 w 1162487"/>
              <a:gd name="connsiteY1" fmla="*/ 226910 h 1085440"/>
              <a:gd name="connsiteX2" fmla="*/ 125406 w 1162487"/>
              <a:gd name="connsiteY2" fmla="*/ 803947 h 1085440"/>
              <a:gd name="connsiteX3" fmla="*/ 526976 w 1162487"/>
              <a:gd name="connsiteY3" fmla="*/ 1085440 h 1085440"/>
              <a:gd name="connsiteX4" fmla="*/ 626590 w 1162487"/>
              <a:gd name="connsiteY4" fmla="*/ 995416 h 1085440"/>
              <a:gd name="connsiteX5" fmla="*/ 1159017 w 1162487"/>
              <a:gd name="connsiteY5" fmla="*/ 564228 h 1085440"/>
              <a:gd name="connsiteX6" fmla="*/ 688004 w 1162487"/>
              <a:gd name="connsiteY6" fmla="*/ 17312 h 1085440"/>
              <a:gd name="connsiteX0" fmla="*/ 663909 w 1138392"/>
              <a:gd name="connsiteY0" fmla="*/ 17764 h 1085892"/>
              <a:gd name="connsiteX1" fmla="*/ 33891 w 1138392"/>
              <a:gd name="connsiteY1" fmla="*/ 227362 h 1085892"/>
              <a:gd name="connsiteX2" fmla="*/ 170518 w 1138392"/>
              <a:gd name="connsiteY2" fmla="*/ 839443 h 1085892"/>
              <a:gd name="connsiteX3" fmla="*/ 502881 w 1138392"/>
              <a:gd name="connsiteY3" fmla="*/ 1085892 h 1085892"/>
              <a:gd name="connsiteX4" fmla="*/ 602495 w 1138392"/>
              <a:gd name="connsiteY4" fmla="*/ 995868 h 1085892"/>
              <a:gd name="connsiteX5" fmla="*/ 1134922 w 1138392"/>
              <a:gd name="connsiteY5" fmla="*/ 564680 h 1085892"/>
              <a:gd name="connsiteX6" fmla="*/ 663909 w 1138392"/>
              <a:gd name="connsiteY6" fmla="*/ 17764 h 1085892"/>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9097"/>
              <a:gd name="connsiteY0" fmla="*/ 24729 h 1092857"/>
              <a:gd name="connsiteX1" fmla="*/ 67353 w 1169097"/>
              <a:gd name="connsiteY1" fmla="*/ 234327 h 1092857"/>
              <a:gd name="connsiteX2" fmla="*/ 203980 w 1169097"/>
              <a:gd name="connsiteY2" fmla="*/ 846408 h 1092857"/>
              <a:gd name="connsiteX3" fmla="*/ 536343 w 1169097"/>
              <a:gd name="connsiteY3" fmla="*/ 1092857 h 1092857"/>
              <a:gd name="connsiteX4" fmla="*/ 667100 w 1169097"/>
              <a:gd name="connsiteY4" fmla="*/ 986904 h 1092857"/>
              <a:gd name="connsiteX5" fmla="*/ 1168384 w 1169097"/>
              <a:gd name="connsiteY5" fmla="*/ 571645 h 1092857"/>
              <a:gd name="connsiteX6" fmla="*/ 697371 w 1169097"/>
              <a:gd name="connsiteY6" fmla="*/ 24729 h 1092857"/>
              <a:gd name="connsiteX0" fmla="*/ 677555 w 1149281"/>
              <a:gd name="connsiteY0" fmla="*/ 20960 h 1089088"/>
              <a:gd name="connsiteX1" fmla="*/ 47537 w 1149281"/>
              <a:gd name="connsiteY1" fmla="*/ 230558 h 1089088"/>
              <a:gd name="connsiteX2" fmla="*/ 184164 w 1149281"/>
              <a:gd name="connsiteY2" fmla="*/ 842639 h 1089088"/>
              <a:gd name="connsiteX3" fmla="*/ 516527 w 1149281"/>
              <a:gd name="connsiteY3" fmla="*/ 1089088 h 1089088"/>
              <a:gd name="connsiteX4" fmla="*/ 647284 w 1149281"/>
              <a:gd name="connsiteY4" fmla="*/ 983135 h 1089088"/>
              <a:gd name="connsiteX5" fmla="*/ 1148568 w 1149281"/>
              <a:gd name="connsiteY5" fmla="*/ 567876 h 1089088"/>
              <a:gd name="connsiteX6" fmla="*/ 677555 w 1149281"/>
              <a:gd name="connsiteY6" fmla="*/ 20960 h 1089088"/>
              <a:gd name="connsiteX0" fmla="*/ 679871 w 1151597"/>
              <a:gd name="connsiteY0" fmla="*/ 18389 h 1086517"/>
              <a:gd name="connsiteX1" fmla="*/ 36012 w 1151597"/>
              <a:gd name="connsiteY1" fmla="*/ 253473 h 1086517"/>
              <a:gd name="connsiteX2" fmla="*/ 186480 w 1151597"/>
              <a:gd name="connsiteY2" fmla="*/ 840068 h 1086517"/>
              <a:gd name="connsiteX3" fmla="*/ 518843 w 1151597"/>
              <a:gd name="connsiteY3" fmla="*/ 1086517 h 1086517"/>
              <a:gd name="connsiteX4" fmla="*/ 649600 w 1151597"/>
              <a:gd name="connsiteY4" fmla="*/ 980564 h 1086517"/>
              <a:gd name="connsiteX5" fmla="*/ 1150884 w 1151597"/>
              <a:gd name="connsiteY5" fmla="*/ 565305 h 1086517"/>
              <a:gd name="connsiteX6" fmla="*/ 679871 w 1151597"/>
              <a:gd name="connsiteY6" fmla="*/ 18389 h 1086517"/>
              <a:gd name="connsiteX0" fmla="*/ 689206 w 1160932"/>
              <a:gd name="connsiteY0" fmla="*/ 18389 h 1086517"/>
              <a:gd name="connsiteX1" fmla="*/ 45347 w 1160932"/>
              <a:gd name="connsiteY1" fmla="*/ 253473 h 1086517"/>
              <a:gd name="connsiteX2" fmla="*/ 195815 w 1160932"/>
              <a:gd name="connsiteY2" fmla="*/ 840068 h 1086517"/>
              <a:gd name="connsiteX3" fmla="*/ 528178 w 1160932"/>
              <a:gd name="connsiteY3" fmla="*/ 1086517 h 1086517"/>
              <a:gd name="connsiteX4" fmla="*/ 658935 w 1160932"/>
              <a:gd name="connsiteY4" fmla="*/ 980564 h 1086517"/>
              <a:gd name="connsiteX5" fmla="*/ 1160219 w 1160932"/>
              <a:gd name="connsiteY5" fmla="*/ 565305 h 1086517"/>
              <a:gd name="connsiteX6" fmla="*/ 689206 w 1160932"/>
              <a:gd name="connsiteY6" fmla="*/ 18389 h 1086517"/>
              <a:gd name="connsiteX0" fmla="*/ 681270 w 1152996"/>
              <a:gd name="connsiteY0" fmla="*/ 15751 h 1083879"/>
              <a:gd name="connsiteX1" fmla="*/ 37411 w 1152996"/>
              <a:gd name="connsiteY1" fmla="*/ 250835 h 1083879"/>
              <a:gd name="connsiteX2" fmla="*/ 167117 w 1152996"/>
              <a:gd name="connsiteY2" fmla="*/ 831058 h 1083879"/>
              <a:gd name="connsiteX3" fmla="*/ 520242 w 1152996"/>
              <a:gd name="connsiteY3" fmla="*/ 1083879 h 1083879"/>
              <a:gd name="connsiteX4" fmla="*/ 650999 w 1152996"/>
              <a:gd name="connsiteY4" fmla="*/ 977926 h 1083879"/>
              <a:gd name="connsiteX5" fmla="*/ 1152283 w 1152996"/>
              <a:gd name="connsiteY5" fmla="*/ 562667 h 1083879"/>
              <a:gd name="connsiteX6" fmla="*/ 681270 w 1152996"/>
              <a:gd name="connsiteY6" fmla="*/ 15751 h 1083879"/>
              <a:gd name="connsiteX0" fmla="*/ 687374 w 1159100"/>
              <a:gd name="connsiteY0" fmla="*/ 21278 h 1089406"/>
              <a:gd name="connsiteX1" fmla="*/ 43515 w 1159100"/>
              <a:gd name="connsiteY1" fmla="*/ 256362 h 1089406"/>
              <a:gd name="connsiteX2" fmla="*/ 173221 w 1159100"/>
              <a:gd name="connsiteY2" fmla="*/ 836585 h 1089406"/>
              <a:gd name="connsiteX3" fmla="*/ 526346 w 1159100"/>
              <a:gd name="connsiteY3" fmla="*/ 1089406 h 1089406"/>
              <a:gd name="connsiteX4" fmla="*/ 657103 w 1159100"/>
              <a:gd name="connsiteY4" fmla="*/ 983453 h 1089406"/>
              <a:gd name="connsiteX5" fmla="*/ 1158387 w 1159100"/>
              <a:gd name="connsiteY5" fmla="*/ 568194 h 1089406"/>
              <a:gd name="connsiteX6" fmla="*/ 687374 w 1159100"/>
              <a:gd name="connsiteY6" fmla="*/ 21278 h 1089406"/>
              <a:gd name="connsiteX0" fmla="*/ 692348 w 1164074"/>
              <a:gd name="connsiteY0" fmla="*/ 21278 h 1089406"/>
              <a:gd name="connsiteX1" fmla="*/ 48489 w 1164074"/>
              <a:gd name="connsiteY1" fmla="*/ 256362 h 1089406"/>
              <a:gd name="connsiteX2" fmla="*/ 178195 w 1164074"/>
              <a:gd name="connsiteY2" fmla="*/ 836585 h 1089406"/>
              <a:gd name="connsiteX3" fmla="*/ 531320 w 1164074"/>
              <a:gd name="connsiteY3" fmla="*/ 1089406 h 1089406"/>
              <a:gd name="connsiteX4" fmla="*/ 662077 w 1164074"/>
              <a:gd name="connsiteY4" fmla="*/ 983453 h 1089406"/>
              <a:gd name="connsiteX5" fmla="*/ 1163361 w 1164074"/>
              <a:gd name="connsiteY5" fmla="*/ 568194 h 1089406"/>
              <a:gd name="connsiteX6" fmla="*/ 692348 w 1164074"/>
              <a:gd name="connsiteY6" fmla="*/ 21278 h 1089406"/>
              <a:gd name="connsiteX0" fmla="*/ 691597 w 1163323"/>
              <a:gd name="connsiteY0" fmla="*/ 21278 h 1089406"/>
              <a:gd name="connsiteX1" fmla="*/ 47738 w 1163323"/>
              <a:gd name="connsiteY1" fmla="*/ 256362 h 1089406"/>
              <a:gd name="connsiteX2" fmla="*/ 177444 w 1163323"/>
              <a:gd name="connsiteY2" fmla="*/ 836585 h 1089406"/>
              <a:gd name="connsiteX3" fmla="*/ 530569 w 1163323"/>
              <a:gd name="connsiteY3" fmla="*/ 1089406 h 1089406"/>
              <a:gd name="connsiteX4" fmla="*/ 661326 w 1163323"/>
              <a:gd name="connsiteY4" fmla="*/ 983453 h 1089406"/>
              <a:gd name="connsiteX5" fmla="*/ 1162610 w 1163323"/>
              <a:gd name="connsiteY5" fmla="*/ 568194 h 1089406"/>
              <a:gd name="connsiteX6" fmla="*/ 691597 w 1163323"/>
              <a:gd name="connsiteY6" fmla="*/ 21278 h 108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323" h="1089406">
                <a:moveTo>
                  <a:pt x="691597" y="21278"/>
                </a:moveTo>
                <a:cubicBezTo>
                  <a:pt x="394473" y="-46962"/>
                  <a:pt x="147271" y="53576"/>
                  <a:pt x="47738" y="256362"/>
                </a:cubicBezTo>
                <a:cubicBezTo>
                  <a:pt x="-51795" y="459148"/>
                  <a:pt x="10463" y="713673"/>
                  <a:pt x="177444" y="836585"/>
                </a:cubicBezTo>
                <a:cubicBezTo>
                  <a:pt x="306683" y="931715"/>
                  <a:pt x="383022" y="912010"/>
                  <a:pt x="530569" y="1089406"/>
                </a:cubicBezTo>
                <a:cubicBezTo>
                  <a:pt x="536242" y="1008753"/>
                  <a:pt x="533494" y="1009260"/>
                  <a:pt x="661326" y="983453"/>
                </a:cubicBezTo>
                <a:cubicBezTo>
                  <a:pt x="782237" y="954461"/>
                  <a:pt x="1147184" y="859173"/>
                  <a:pt x="1162610" y="568194"/>
                </a:cubicBezTo>
                <a:cubicBezTo>
                  <a:pt x="1178036" y="277215"/>
                  <a:pt x="940771" y="78499"/>
                  <a:pt x="691597" y="21278"/>
                </a:cubicBezTo>
                <a:close/>
              </a:path>
            </a:pathLst>
          </a:custGeom>
          <a:solidFill>
            <a:srgbClr val="FFE2D6"/>
          </a:solidFill>
          <a:ln w="2251" cap="flat">
            <a:noFill/>
            <a:prstDash val="solid"/>
            <a:miter/>
          </a:ln>
        </p:spPr>
        <p:txBody>
          <a:bodyPr lIns="36000" tIns="0" rIns="36000" bIns="72000" rtlCol="0" anchor="ctr"/>
          <a:lstStyle/>
          <a:p>
            <a:pPr algn="ctr">
              <a:lnSpc>
                <a:spcPct val="90000"/>
              </a:lnSpc>
            </a:pPr>
            <a:r>
              <a:rPr lang="en-FI" sz="1200" kern="900" spc="-30" dirty="0"/>
              <a:t>The human speech bubble</a:t>
            </a:r>
          </a:p>
        </p:txBody>
      </p:sp>
    </p:spTree>
    <p:extLst>
      <p:ext uri="{BB962C8B-B14F-4D97-AF65-F5344CB8AC3E}">
        <p14:creationId xmlns:p14="http://schemas.microsoft.com/office/powerpoint/2010/main" val="3162216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DE9FCBDA-8D77-1816-71EE-39D266399E62}"/>
              </a:ext>
            </a:extLst>
          </p:cNvPr>
          <p:cNvSpPr>
            <a:spLocks noGrp="1"/>
          </p:cNvSpPr>
          <p:nvPr>
            <p:ph sz="quarter" idx="10"/>
          </p:nvPr>
        </p:nvSpPr>
        <p:spPr>
          <a:xfrm>
            <a:off x="695325" y="3446756"/>
            <a:ext cx="2749211" cy="756194"/>
          </a:xfrm>
        </p:spPr>
        <p:txBody>
          <a:bodyPr/>
          <a:lstStyle/>
          <a:p>
            <a:pPr marL="0" indent="0">
              <a:lnSpc>
                <a:spcPct val="90000"/>
              </a:lnSpc>
              <a:buNone/>
            </a:pPr>
            <a:r>
              <a:rPr lang="en-FI" sz="2300" spc="-50">
                <a:latin typeface="+mj-lt"/>
              </a:rPr>
              <a:t>Cadiz Semibold </a:t>
            </a:r>
            <a:br>
              <a:rPr lang="en-FI" sz="2300" spc="-50">
                <a:latin typeface="+mj-lt"/>
              </a:rPr>
            </a:br>
            <a:r>
              <a:rPr lang="en-FI" sz="2300" spc="-50">
                <a:latin typeface="+mj-lt"/>
              </a:rPr>
              <a:t>looks like this right?</a:t>
            </a:r>
          </a:p>
        </p:txBody>
      </p:sp>
      <p:sp>
        <p:nvSpPr>
          <p:cNvPr id="3" name="Text Placeholder 2">
            <a:extLst>
              <a:ext uri="{FF2B5EF4-FFF2-40B4-BE49-F238E27FC236}">
                <a16:creationId xmlns:a16="http://schemas.microsoft.com/office/drawing/2014/main" id="{A584FA30-993F-B4C8-B10E-6D441BB213B4}"/>
              </a:ext>
            </a:extLst>
          </p:cNvPr>
          <p:cNvSpPr>
            <a:spLocks noGrp="1"/>
          </p:cNvSpPr>
          <p:nvPr>
            <p:ph type="body" sz="quarter" idx="13"/>
          </p:nvPr>
        </p:nvSpPr>
        <p:spPr/>
        <p:txBody>
          <a:bodyPr/>
          <a:lstStyle/>
          <a:p>
            <a:r>
              <a:rPr lang="fi-FI"/>
              <a:t>PLEASE READ BEFORE MAKING YOUR GREAT PRESENTATION</a:t>
            </a:r>
          </a:p>
        </p:txBody>
      </p:sp>
      <p:sp>
        <p:nvSpPr>
          <p:cNvPr id="4" name="Footer Placeholder 3">
            <a:extLst>
              <a:ext uri="{FF2B5EF4-FFF2-40B4-BE49-F238E27FC236}">
                <a16:creationId xmlns:a16="http://schemas.microsoft.com/office/drawing/2014/main" id="{2F0D0FE9-96F6-1481-759F-7BE251E6BCAB}"/>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6D1E5421-4942-EEBD-E8D6-299CBA4BD1DA}"/>
              </a:ext>
            </a:extLst>
          </p:cNvPr>
          <p:cNvSpPr>
            <a:spLocks noGrp="1"/>
          </p:cNvSpPr>
          <p:nvPr>
            <p:ph type="sldNum" sz="quarter" idx="15"/>
          </p:nvPr>
        </p:nvSpPr>
        <p:spPr/>
        <p:txBody>
          <a:bodyPr/>
          <a:lstStyle/>
          <a:p>
            <a:fld id="{B64FCF4A-2F3F-4397-9C44-D2344643394B}" type="slidenum">
              <a:rPr lang="fi-FI" smtClean="0"/>
              <a:pPr/>
              <a:t>7</a:t>
            </a:fld>
            <a:endParaRPr lang="fi-FI"/>
          </a:p>
        </p:txBody>
      </p:sp>
      <p:sp>
        <p:nvSpPr>
          <p:cNvPr id="6" name="Title 5">
            <a:extLst>
              <a:ext uri="{FF2B5EF4-FFF2-40B4-BE49-F238E27FC236}">
                <a16:creationId xmlns:a16="http://schemas.microsoft.com/office/drawing/2014/main" id="{B68BD81D-8CBE-FC16-FA07-C50E612EDCE3}"/>
              </a:ext>
            </a:extLst>
          </p:cNvPr>
          <p:cNvSpPr>
            <a:spLocks noGrp="1"/>
          </p:cNvSpPr>
          <p:nvPr>
            <p:ph type="title"/>
          </p:nvPr>
        </p:nvSpPr>
        <p:spPr/>
        <p:txBody>
          <a:bodyPr/>
          <a:lstStyle/>
          <a:p>
            <a:r>
              <a:rPr lang="en-FI" b="0" dirty="0"/>
              <a:t>Gofore’s Fonts</a:t>
            </a:r>
          </a:p>
        </p:txBody>
      </p:sp>
      <p:sp>
        <p:nvSpPr>
          <p:cNvPr id="7" name="Content Placeholder 6">
            <a:extLst>
              <a:ext uri="{FF2B5EF4-FFF2-40B4-BE49-F238E27FC236}">
                <a16:creationId xmlns:a16="http://schemas.microsoft.com/office/drawing/2014/main" id="{6B12A867-D6A2-D8CC-E668-06A82BC583A1}"/>
              </a:ext>
            </a:extLst>
          </p:cNvPr>
          <p:cNvSpPr>
            <a:spLocks noGrp="1"/>
          </p:cNvSpPr>
          <p:nvPr>
            <p:ph sz="quarter" idx="16"/>
          </p:nvPr>
        </p:nvSpPr>
        <p:spPr/>
        <p:txBody>
          <a:bodyPr/>
          <a:lstStyle/>
          <a:p>
            <a:r>
              <a:rPr lang="en-FI"/>
              <a:t>These fonts should be pre-installed on your computer by Star IT.</a:t>
            </a:r>
            <a:br>
              <a:rPr lang="en-FI"/>
            </a:br>
            <a:r>
              <a:rPr lang="en-FI"/>
              <a:t>If, for some reason, these samples don’t match with what you see here, </a:t>
            </a:r>
            <a:br>
              <a:rPr lang="en-FI"/>
            </a:br>
            <a:r>
              <a:rPr lang="en-FI"/>
              <a:t>you should install the fonts manually.</a:t>
            </a:r>
          </a:p>
        </p:txBody>
      </p:sp>
      <p:sp>
        <p:nvSpPr>
          <p:cNvPr id="13" name="Content Placeholder 11">
            <a:extLst>
              <a:ext uri="{FF2B5EF4-FFF2-40B4-BE49-F238E27FC236}">
                <a16:creationId xmlns:a16="http://schemas.microsoft.com/office/drawing/2014/main" id="{46E7C4F7-48B5-5001-DD7A-C67D179093DF}"/>
              </a:ext>
            </a:extLst>
          </p:cNvPr>
          <p:cNvSpPr txBox="1">
            <a:spLocks/>
          </p:cNvSpPr>
          <p:nvPr/>
        </p:nvSpPr>
        <p:spPr>
          <a:xfrm>
            <a:off x="695325" y="4451515"/>
            <a:ext cx="3279146" cy="756194"/>
          </a:xfrm>
          <a:prstGeom prst="rect">
            <a:avLst/>
          </a:prstGeom>
        </p:spPr>
        <p:txBody>
          <a:bodyPr vert="horz" lIns="0" tIns="0" rIns="0" bIns="0" rtlCol="0">
            <a:noAutofit/>
          </a:bodyPr>
          <a:lstStyle>
            <a:lvl1pPr marL="177800" indent="-177800"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30" baseline="0">
                <a:solidFill>
                  <a:srgbClr val="0F3D51"/>
                </a:solidFill>
                <a:latin typeface="+mn-lt"/>
                <a:ea typeface="+mn-ea"/>
                <a:cs typeface="+mn-cs"/>
              </a:defRPr>
            </a:lvl1pPr>
            <a:lvl2pPr marL="404813" indent="-180975"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673100" indent="-180975"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889000" indent="-1730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1116013" indent="-225425" algn="l" defTabSz="914400" rtl="0" eaLnBrk="1" latinLnBrk="0" hangingPunct="1">
              <a:lnSpc>
                <a:spcPct val="90000"/>
              </a:lnSpc>
              <a:spcBef>
                <a:spcPts val="500"/>
              </a:spcBef>
              <a:buClr>
                <a:schemeClr val="accent1"/>
              </a:buClr>
              <a:buFontTx/>
              <a:buChar char="-"/>
              <a:tabLst/>
              <a:defRPr sz="1100" b="0" i="0" kern="1000" spc="-30" baseline="0">
                <a:solidFill>
                  <a:schemeClr val="tx1"/>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None/>
            </a:pPr>
            <a:r>
              <a:rPr lang="en-FI" sz="2300" spc="-50"/>
              <a:t>Cadiz Book looks </a:t>
            </a:r>
            <a:br>
              <a:rPr lang="en-FI" sz="2300" spc="-50"/>
            </a:br>
            <a:r>
              <a:rPr lang="en-FI" sz="2300" spc="-50"/>
              <a:t>like this right?</a:t>
            </a:r>
          </a:p>
        </p:txBody>
      </p:sp>
      <p:pic>
        <p:nvPicPr>
          <p:cNvPr id="15" name="Picture 14">
            <a:extLst>
              <a:ext uri="{FF2B5EF4-FFF2-40B4-BE49-F238E27FC236}">
                <a16:creationId xmlns:a16="http://schemas.microsoft.com/office/drawing/2014/main" id="{5AFFBCEA-B92F-E8BB-07C0-2B7B0CAE51A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80257" y="2433119"/>
            <a:ext cx="6391299" cy="3881120"/>
          </a:xfrm>
          <a:prstGeom prst="rect">
            <a:avLst/>
          </a:prstGeom>
        </p:spPr>
      </p:pic>
      <p:sp>
        <p:nvSpPr>
          <p:cNvPr id="16" name="Content Placeholder 11">
            <a:extLst>
              <a:ext uri="{FF2B5EF4-FFF2-40B4-BE49-F238E27FC236}">
                <a16:creationId xmlns:a16="http://schemas.microsoft.com/office/drawing/2014/main" id="{D1FA7F27-7BD7-BB8C-3528-4DDC216ED85E}"/>
              </a:ext>
            </a:extLst>
          </p:cNvPr>
          <p:cNvSpPr txBox="1">
            <a:spLocks/>
          </p:cNvSpPr>
          <p:nvPr/>
        </p:nvSpPr>
        <p:spPr>
          <a:xfrm>
            <a:off x="695325" y="5455923"/>
            <a:ext cx="2749211" cy="756194"/>
          </a:xfrm>
          <a:prstGeom prst="rect">
            <a:avLst/>
          </a:prstGeom>
        </p:spPr>
        <p:txBody>
          <a:bodyPr vert="horz" lIns="0" tIns="0" rIns="0" bIns="0" rtlCol="0">
            <a:noAutofit/>
          </a:bodyPr>
          <a:lstStyle>
            <a:lvl1pPr marL="177800" indent="-177800"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30" baseline="0">
                <a:solidFill>
                  <a:srgbClr val="0F3D51"/>
                </a:solidFill>
                <a:latin typeface="+mn-lt"/>
                <a:ea typeface="+mn-ea"/>
                <a:cs typeface="+mn-cs"/>
              </a:defRPr>
            </a:lvl1pPr>
            <a:lvl2pPr marL="404813" indent="-180975"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673100" indent="-180975"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889000" indent="-1730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1116013" indent="-225425" algn="l" defTabSz="914400" rtl="0" eaLnBrk="1" latinLnBrk="0" hangingPunct="1">
              <a:lnSpc>
                <a:spcPct val="90000"/>
              </a:lnSpc>
              <a:spcBef>
                <a:spcPts val="500"/>
              </a:spcBef>
              <a:buClr>
                <a:schemeClr val="accent1"/>
              </a:buClr>
              <a:buFontTx/>
              <a:buChar char="-"/>
              <a:tabLst/>
              <a:defRPr sz="1100" b="0" i="0" kern="1000" spc="-30" baseline="0">
                <a:solidFill>
                  <a:schemeClr val="tx1"/>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Font typeface="Arial" panose="020B0604020202020204" pitchFamily="34" charset="0"/>
              <a:buNone/>
            </a:pPr>
            <a:r>
              <a:rPr lang="en-FI" sz="2300" spc="-50">
                <a:latin typeface="Messina Modern Book" pitchFamily="2" charset="77"/>
              </a:rPr>
              <a:t>Messina Book looks like this right?</a:t>
            </a:r>
          </a:p>
        </p:txBody>
      </p:sp>
      <p:sp>
        <p:nvSpPr>
          <p:cNvPr id="18" name="Oval Callout 17">
            <a:extLst>
              <a:ext uri="{FF2B5EF4-FFF2-40B4-BE49-F238E27FC236}">
                <a16:creationId xmlns:a16="http://schemas.microsoft.com/office/drawing/2014/main" id="{94F4CDD8-27B0-5249-6F57-AA2D6E7FA783}"/>
              </a:ext>
            </a:extLst>
          </p:cNvPr>
          <p:cNvSpPr/>
          <p:nvPr/>
        </p:nvSpPr>
        <p:spPr>
          <a:xfrm>
            <a:off x="6767465" y="2417963"/>
            <a:ext cx="1204111" cy="1106786"/>
          </a:xfrm>
          <a:prstGeom prst="wedgeEllipse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I" sz="1200"/>
              <a:t>The g and ? </a:t>
            </a:r>
            <a:r>
              <a:rPr lang="en-GB" sz="1200"/>
              <a:t>h</a:t>
            </a:r>
            <a:r>
              <a:rPr lang="en-FI" sz="1200"/>
              <a:t>elp you identify </a:t>
            </a:r>
          </a:p>
        </p:txBody>
      </p:sp>
      <p:sp>
        <p:nvSpPr>
          <p:cNvPr id="19" name="Oval 18">
            <a:extLst>
              <a:ext uri="{FF2B5EF4-FFF2-40B4-BE49-F238E27FC236}">
                <a16:creationId xmlns:a16="http://schemas.microsoft.com/office/drawing/2014/main" id="{1B3374DC-085C-B3E1-B7E5-88B038751E3C}"/>
              </a:ext>
            </a:extLst>
          </p:cNvPr>
          <p:cNvSpPr/>
          <p:nvPr/>
        </p:nvSpPr>
        <p:spPr>
          <a:xfrm>
            <a:off x="6627100" y="3550180"/>
            <a:ext cx="742421" cy="742421"/>
          </a:xfrm>
          <a:prstGeom prst="ellipse">
            <a:avLst/>
          </a:prstGeom>
          <a:noFill/>
          <a:ln>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2" name="Straight Arrow Connector 1">
            <a:extLst>
              <a:ext uri="{FF2B5EF4-FFF2-40B4-BE49-F238E27FC236}">
                <a16:creationId xmlns:a16="http://schemas.microsoft.com/office/drawing/2014/main" id="{28F497D8-7EF7-5759-ACB1-682FAA5C7461}"/>
              </a:ext>
            </a:extLst>
          </p:cNvPr>
          <p:cNvCxnSpPr>
            <a:cxnSpLocks/>
          </p:cNvCxnSpPr>
          <p:nvPr/>
        </p:nvCxnSpPr>
        <p:spPr>
          <a:xfrm flipH="1">
            <a:off x="2534970" y="2162287"/>
            <a:ext cx="455656" cy="1160335"/>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3332D3-50ED-A62D-76F0-6C2617B14D33}"/>
              </a:ext>
            </a:extLst>
          </p:cNvPr>
          <p:cNvCxnSpPr>
            <a:cxnSpLocks/>
          </p:cNvCxnSpPr>
          <p:nvPr/>
        </p:nvCxnSpPr>
        <p:spPr>
          <a:xfrm flipH="1">
            <a:off x="6096000" y="2162287"/>
            <a:ext cx="121920" cy="1160335"/>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D9CCCB4-AF22-C6A2-E935-98674B9AE138}"/>
              </a:ext>
            </a:extLst>
          </p:cNvPr>
          <p:cNvCxnSpPr>
            <a:cxnSpLocks/>
          </p:cNvCxnSpPr>
          <p:nvPr/>
        </p:nvCxnSpPr>
        <p:spPr>
          <a:xfrm flipH="1">
            <a:off x="3766241" y="5758004"/>
            <a:ext cx="416460" cy="0"/>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2CC000A-34A9-A8F8-B7AE-9BC5ED52C1B4}"/>
              </a:ext>
            </a:extLst>
          </p:cNvPr>
          <p:cNvCxnSpPr>
            <a:cxnSpLocks/>
          </p:cNvCxnSpPr>
          <p:nvPr/>
        </p:nvCxnSpPr>
        <p:spPr>
          <a:xfrm flipH="1">
            <a:off x="3766241" y="4798337"/>
            <a:ext cx="416460" cy="0"/>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D18C346-634E-29D3-C172-A77FE695FE1E}"/>
              </a:ext>
            </a:extLst>
          </p:cNvPr>
          <p:cNvCxnSpPr>
            <a:cxnSpLocks/>
          </p:cNvCxnSpPr>
          <p:nvPr/>
        </p:nvCxnSpPr>
        <p:spPr>
          <a:xfrm flipH="1">
            <a:off x="3766241" y="3784349"/>
            <a:ext cx="416460" cy="0"/>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5C73FA6-6FDE-55F9-9ACA-47D09B5E3F2E}"/>
              </a:ext>
            </a:extLst>
          </p:cNvPr>
          <p:cNvCxnSpPr/>
          <p:nvPr/>
        </p:nvCxnSpPr>
        <p:spPr>
          <a:xfrm>
            <a:off x="2506532" y="2157728"/>
            <a:ext cx="124788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2E86C7-E457-6234-3ECE-7D3D1F97C0CA}"/>
              </a:ext>
            </a:extLst>
          </p:cNvPr>
          <p:cNvCxnSpPr>
            <a:cxnSpLocks/>
          </p:cNvCxnSpPr>
          <p:nvPr/>
        </p:nvCxnSpPr>
        <p:spPr>
          <a:xfrm>
            <a:off x="5903650" y="2157728"/>
            <a:ext cx="115336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3" name="Graphic 24">
            <a:extLst>
              <a:ext uri="{FF2B5EF4-FFF2-40B4-BE49-F238E27FC236}">
                <a16:creationId xmlns:a16="http://schemas.microsoft.com/office/drawing/2014/main" id="{BA424498-1AD6-BFB3-E544-67714479011A}"/>
              </a:ext>
            </a:extLst>
          </p:cNvPr>
          <p:cNvSpPr/>
          <p:nvPr/>
        </p:nvSpPr>
        <p:spPr>
          <a:xfrm>
            <a:off x="10171143" y="5227212"/>
            <a:ext cx="1946905" cy="1630788"/>
          </a:xfrm>
          <a:custGeom>
            <a:avLst/>
            <a:gdLst>
              <a:gd name="connsiteX0" fmla="*/ 1154385 w 1946905"/>
              <a:gd name="connsiteY0" fmla="*/ 29521 h 1630788"/>
              <a:gd name="connsiteX1" fmla="*/ 123298 w 1946905"/>
              <a:gd name="connsiteY1" fmla="*/ 372550 h 1630788"/>
              <a:gd name="connsiteX2" fmla="*/ 216647 w 1946905"/>
              <a:gd name="connsiteY2" fmla="*/ 1389921 h 1630788"/>
              <a:gd name="connsiteX3" fmla="*/ 1053875 w 1946905"/>
              <a:gd name="connsiteY3" fmla="*/ 1630285 h 1630788"/>
              <a:gd name="connsiteX4" fmla="*/ 1925246 w 1946905"/>
              <a:gd name="connsiteY4" fmla="*/ 924604 h 1630788"/>
              <a:gd name="connsiteX5" fmla="*/ 1154385 w 1946905"/>
              <a:gd name="connsiteY5" fmla="*/ 29521 h 163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6905" h="1630788">
                <a:moveTo>
                  <a:pt x="1154385" y="29521"/>
                </a:moveTo>
                <a:cubicBezTo>
                  <a:pt x="668113" y="-82161"/>
                  <a:pt x="269062" y="142866"/>
                  <a:pt x="123298" y="372550"/>
                </a:cubicBezTo>
                <a:cubicBezTo>
                  <a:pt x="-22466" y="602233"/>
                  <a:pt x="-90494" y="1099001"/>
                  <a:pt x="216647" y="1389921"/>
                </a:cubicBezTo>
                <a:cubicBezTo>
                  <a:pt x="446459" y="1607631"/>
                  <a:pt x="844070" y="1635201"/>
                  <a:pt x="1053875" y="1630285"/>
                </a:cubicBezTo>
                <a:cubicBezTo>
                  <a:pt x="1263680" y="1625370"/>
                  <a:pt x="1793620" y="1457884"/>
                  <a:pt x="1925246" y="924604"/>
                </a:cubicBezTo>
                <a:cubicBezTo>
                  <a:pt x="2056873" y="391324"/>
                  <a:pt x="1562184" y="123168"/>
                  <a:pt x="1154385" y="29521"/>
                </a:cubicBezTo>
                <a:close/>
              </a:path>
            </a:pathLst>
          </a:custGeom>
          <a:solidFill>
            <a:srgbClr val="D3E3E5"/>
          </a:solidFill>
          <a:ln w="3689"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0" normalizeH="0" noProof="0" dirty="0">
                <a:ln>
                  <a:noFill/>
                </a:ln>
                <a:solidFill>
                  <a:srgbClr val="0E3D50"/>
                </a:solidFill>
                <a:effectLst/>
                <a:uLnTx/>
                <a:uFillTx/>
                <a:latin typeface="Cadiz Book"/>
                <a:ea typeface="+mn-ea"/>
                <a:cs typeface="+mn-cs"/>
              </a:rPr>
              <a:t>You can find and download our fonts </a:t>
            </a:r>
            <a:r>
              <a:rPr kumimoji="0" lang="en-US" sz="1400" b="0" i="0" u="none" strike="noStrike" kern="1200" cap="none" spc="-40" normalizeH="0" noProof="0" dirty="0">
                <a:ln>
                  <a:noFill/>
                </a:ln>
                <a:solidFill>
                  <a:srgbClr val="0E3D50"/>
                </a:solidFill>
                <a:effectLst/>
                <a:uLnTx/>
                <a:uFillTx/>
                <a:latin typeface="Cadiz Book"/>
                <a:ea typeface="+mn-ea"/>
                <a:cs typeface="+mn-cs"/>
                <a:hlinkClick r:id="rId3"/>
              </a:rPr>
              <a:t>here on Conflu</a:t>
            </a:r>
            <a:endParaRPr kumimoji="0" lang="fi-FI" sz="1400" b="0" i="0" u="none" strike="noStrike" kern="1200" cap="none" spc="-40" normalizeH="0" noProof="0" dirty="0">
              <a:ln>
                <a:noFill/>
              </a:ln>
              <a:solidFill>
                <a:srgbClr val="0E3D50"/>
              </a:solidFill>
              <a:effectLst/>
              <a:uLnTx/>
              <a:uFillTx/>
              <a:latin typeface="Cadiz Book"/>
              <a:ea typeface="+mn-ea"/>
              <a:cs typeface="+mn-cs"/>
            </a:endParaRPr>
          </a:p>
        </p:txBody>
      </p:sp>
      <p:sp>
        <p:nvSpPr>
          <p:cNvPr id="32" name="Graphic 24">
            <a:extLst>
              <a:ext uri="{FF2B5EF4-FFF2-40B4-BE49-F238E27FC236}">
                <a16:creationId xmlns:a16="http://schemas.microsoft.com/office/drawing/2014/main" id="{5A604FBF-89A8-372F-2140-A480DC5759BB}"/>
              </a:ext>
            </a:extLst>
          </p:cNvPr>
          <p:cNvSpPr/>
          <p:nvPr/>
        </p:nvSpPr>
        <p:spPr>
          <a:xfrm>
            <a:off x="8295999" y="526940"/>
            <a:ext cx="1875144" cy="1630788"/>
          </a:xfrm>
          <a:custGeom>
            <a:avLst/>
            <a:gdLst>
              <a:gd name="connsiteX0" fmla="*/ 1154385 w 1946905"/>
              <a:gd name="connsiteY0" fmla="*/ 29521 h 1630788"/>
              <a:gd name="connsiteX1" fmla="*/ 123298 w 1946905"/>
              <a:gd name="connsiteY1" fmla="*/ 372550 h 1630788"/>
              <a:gd name="connsiteX2" fmla="*/ 216647 w 1946905"/>
              <a:gd name="connsiteY2" fmla="*/ 1389921 h 1630788"/>
              <a:gd name="connsiteX3" fmla="*/ 1053875 w 1946905"/>
              <a:gd name="connsiteY3" fmla="*/ 1630285 h 1630788"/>
              <a:gd name="connsiteX4" fmla="*/ 1925246 w 1946905"/>
              <a:gd name="connsiteY4" fmla="*/ 924604 h 1630788"/>
              <a:gd name="connsiteX5" fmla="*/ 1154385 w 1946905"/>
              <a:gd name="connsiteY5" fmla="*/ 29521 h 163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6905" h="1630788">
                <a:moveTo>
                  <a:pt x="1154385" y="29521"/>
                </a:moveTo>
                <a:cubicBezTo>
                  <a:pt x="668113" y="-82161"/>
                  <a:pt x="269062" y="142866"/>
                  <a:pt x="123298" y="372550"/>
                </a:cubicBezTo>
                <a:cubicBezTo>
                  <a:pt x="-22466" y="602233"/>
                  <a:pt x="-90494" y="1099001"/>
                  <a:pt x="216647" y="1389921"/>
                </a:cubicBezTo>
                <a:cubicBezTo>
                  <a:pt x="446459" y="1607631"/>
                  <a:pt x="844070" y="1635201"/>
                  <a:pt x="1053875" y="1630285"/>
                </a:cubicBezTo>
                <a:cubicBezTo>
                  <a:pt x="1263680" y="1625370"/>
                  <a:pt x="1793620" y="1457884"/>
                  <a:pt x="1925246" y="924604"/>
                </a:cubicBezTo>
                <a:cubicBezTo>
                  <a:pt x="2056873" y="391324"/>
                  <a:pt x="1562184" y="123168"/>
                  <a:pt x="1154385" y="29521"/>
                </a:cubicBezTo>
                <a:close/>
              </a:path>
            </a:pathLst>
          </a:custGeom>
          <a:solidFill>
            <a:schemeClr val="tx1"/>
          </a:solidFill>
          <a:ln w="3689"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0" normalizeH="0" noProof="0">
                <a:ln>
                  <a:noFill/>
                </a:ln>
                <a:solidFill>
                  <a:schemeClr val="bg1"/>
                </a:solidFill>
                <a:effectLst/>
                <a:uLnTx/>
                <a:uFillTx/>
                <a:latin typeface="Cadiz Book"/>
                <a:ea typeface="+mn-ea"/>
                <a:cs typeface="+mn-cs"/>
              </a:rPr>
              <a:t>Use the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Cadiz font for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most everything,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Messina is just a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“rare spice”. </a:t>
            </a:r>
          </a:p>
        </p:txBody>
      </p:sp>
    </p:spTree>
    <p:extLst>
      <p:ext uri="{BB962C8B-B14F-4D97-AF65-F5344CB8AC3E}">
        <p14:creationId xmlns:p14="http://schemas.microsoft.com/office/powerpoint/2010/main" val="2362255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shot of a computer&#10;&#10;Description automatically generated">
            <a:extLst>
              <a:ext uri="{FF2B5EF4-FFF2-40B4-BE49-F238E27FC236}">
                <a16:creationId xmlns:a16="http://schemas.microsoft.com/office/drawing/2014/main" id="{AE3B8110-D6BA-DC3D-5EBE-31C252362D9E}"/>
              </a:ext>
            </a:extLst>
          </p:cNvPr>
          <p:cNvPicPr>
            <a:picLocks noGrp="1" noChangeAspect="1"/>
          </p:cNvPicPr>
          <p:nvPr>
            <p:ph sz="quarter" idx="10"/>
          </p:nvPr>
        </p:nvPicPr>
        <p:blipFill rotWithShape="1">
          <a:blip r:embed="rId2">
            <a:extLst>
              <a:ext uri="{28A0092B-C50C-407E-A947-70E740481C1C}">
                <a14:useLocalDpi xmlns:a14="http://schemas.microsoft.com/office/drawing/2010/main"/>
              </a:ext>
            </a:extLst>
          </a:blip>
          <a:srcRect b="16119"/>
          <a:stretch/>
        </p:blipFill>
        <p:spPr>
          <a:xfrm>
            <a:off x="6792687" y="1881374"/>
            <a:ext cx="4656512" cy="4386659"/>
          </a:xfrm>
        </p:spPr>
      </p:pic>
      <p:sp>
        <p:nvSpPr>
          <p:cNvPr id="3" name="Text Placeholder 2">
            <a:extLst>
              <a:ext uri="{FF2B5EF4-FFF2-40B4-BE49-F238E27FC236}">
                <a16:creationId xmlns:a16="http://schemas.microsoft.com/office/drawing/2014/main" id="{56B1F95C-2B1D-01D4-52C7-AD7AF9F84C08}"/>
              </a:ext>
            </a:extLst>
          </p:cNvPr>
          <p:cNvSpPr>
            <a:spLocks noGrp="1"/>
          </p:cNvSpPr>
          <p:nvPr>
            <p:ph type="body" sz="quarter" idx="13"/>
          </p:nvPr>
        </p:nvSpPr>
        <p:spPr/>
        <p:txBody>
          <a:bodyPr/>
          <a:lstStyle/>
          <a:p>
            <a:r>
              <a:rPr lang="fi-FI" dirty="0"/>
              <a:t>PLEASE READ BEFORE MAKING YOUR GREAT PRESENTATION</a:t>
            </a:r>
          </a:p>
        </p:txBody>
      </p:sp>
      <p:sp>
        <p:nvSpPr>
          <p:cNvPr id="4" name="Footer Placeholder 3">
            <a:extLst>
              <a:ext uri="{FF2B5EF4-FFF2-40B4-BE49-F238E27FC236}">
                <a16:creationId xmlns:a16="http://schemas.microsoft.com/office/drawing/2014/main" id="{12F369E8-D11E-606A-5BF5-BF5042907753}"/>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38995A94-56F1-53D5-F715-8DF907E3B207}"/>
              </a:ext>
            </a:extLst>
          </p:cNvPr>
          <p:cNvSpPr>
            <a:spLocks noGrp="1"/>
          </p:cNvSpPr>
          <p:nvPr>
            <p:ph type="sldNum" sz="quarter" idx="15"/>
          </p:nvPr>
        </p:nvSpPr>
        <p:spPr/>
        <p:txBody>
          <a:bodyPr/>
          <a:lstStyle/>
          <a:p>
            <a:fld id="{B64FCF4A-2F3F-4397-9C44-D2344643394B}" type="slidenum">
              <a:rPr lang="fi-FI" smtClean="0"/>
              <a:pPr/>
              <a:t>8</a:t>
            </a:fld>
            <a:endParaRPr lang="fi-FI"/>
          </a:p>
        </p:txBody>
      </p:sp>
      <p:sp>
        <p:nvSpPr>
          <p:cNvPr id="6" name="Title 5">
            <a:extLst>
              <a:ext uri="{FF2B5EF4-FFF2-40B4-BE49-F238E27FC236}">
                <a16:creationId xmlns:a16="http://schemas.microsoft.com/office/drawing/2014/main" id="{F7283573-C8D8-86AA-1550-418BF702AEA7}"/>
              </a:ext>
            </a:extLst>
          </p:cNvPr>
          <p:cNvSpPr>
            <a:spLocks noGrp="1"/>
          </p:cNvSpPr>
          <p:nvPr>
            <p:ph type="title"/>
          </p:nvPr>
        </p:nvSpPr>
        <p:spPr>
          <a:xfrm>
            <a:off x="675006" y="620712"/>
            <a:ext cx="5002983" cy="1756727"/>
          </a:xfrm>
        </p:spPr>
        <p:txBody>
          <a:bodyPr/>
          <a:lstStyle/>
          <a:p>
            <a:r>
              <a:rPr lang="en-FI" dirty="0"/>
              <a:t>Remember to first check if there’s a suitable template for your need</a:t>
            </a:r>
          </a:p>
        </p:txBody>
      </p:sp>
      <p:sp>
        <p:nvSpPr>
          <p:cNvPr id="11" name="Content Placeholder 9">
            <a:extLst>
              <a:ext uri="{FF2B5EF4-FFF2-40B4-BE49-F238E27FC236}">
                <a16:creationId xmlns:a16="http://schemas.microsoft.com/office/drawing/2014/main" id="{C00AC8B2-A70F-096E-8700-77A304CD499D}"/>
              </a:ext>
            </a:extLst>
          </p:cNvPr>
          <p:cNvSpPr txBox="1">
            <a:spLocks/>
          </p:cNvSpPr>
          <p:nvPr/>
        </p:nvSpPr>
        <p:spPr>
          <a:xfrm>
            <a:off x="695325" y="2666543"/>
            <a:ext cx="5400675" cy="3601490"/>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..And then primarily use the placeholder boxes/elements for your content rather than pasting or creating new</a:t>
            </a:r>
          </a:p>
          <a:p>
            <a:r>
              <a:rPr lang="en-GB" dirty="0"/>
              <a:t>To keep styles aligned, paste texts into placeholder boxes without formatting, or choose “use text only” after pasting. This way the source formatting is not included.</a:t>
            </a:r>
          </a:p>
          <a:p>
            <a:pPr lvl="1"/>
            <a:r>
              <a:rPr lang="en-GB" dirty="0"/>
              <a:t>Keyboard shortcuts: PC: Ctrl + shift + V</a:t>
            </a:r>
          </a:p>
          <a:p>
            <a:pPr lvl="1"/>
            <a:r>
              <a:rPr lang="en-GB" dirty="0"/>
              <a:t>Mac: Shift + ctrl + command + V</a:t>
            </a:r>
          </a:p>
          <a:p>
            <a:r>
              <a:rPr lang="en-GB" dirty="0"/>
              <a:t>If you just start writing in the placeholder box, all settings are fine.</a:t>
            </a:r>
          </a:p>
        </p:txBody>
      </p:sp>
    </p:spTree>
    <p:extLst>
      <p:ext uri="{BB962C8B-B14F-4D97-AF65-F5344CB8AC3E}">
        <p14:creationId xmlns:p14="http://schemas.microsoft.com/office/powerpoint/2010/main" val="218402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a:xfrm>
            <a:off x="695325" y="1872100"/>
            <a:ext cx="5045473" cy="3991822"/>
          </a:xfrm>
        </p:spPr>
        <p:txBody>
          <a:bodyPr/>
          <a:lstStyle/>
          <a:p>
            <a:r>
              <a:rPr lang="en-US" sz="1200"/>
              <a:t>To help you align and distribute elements on your slide, you can </a:t>
            </a:r>
            <a:br>
              <a:rPr lang="en-US" sz="1200"/>
            </a:br>
            <a:r>
              <a:rPr lang="en-US" sz="1200"/>
              <a:t>“view guides” to give you support with object placement.</a:t>
            </a:r>
          </a:p>
          <a:p>
            <a:r>
              <a:rPr lang="en-US" sz="1200"/>
              <a:t>Empty space is good, e.g. the “top third” area with the headline is nice </a:t>
            </a:r>
            <a:br>
              <a:rPr lang="en-US" sz="1200"/>
            </a:br>
            <a:r>
              <a:rPr lang="en-US" sz="1200"/>
              <a:t>to keep clean, and place the content starting at the next guide below.</a:t>
            </a:r>
          </a:p>
          <a:p>
            <a:r>
              <a:rPr lang="en-US" sz="1200"/>
              <a:t>If your headline goes on 2 rows, and/or you have an ingress text under the headline, then move the main contents downward (bottom grey guide)</a:t>
            </a:r>
          </a:p>
          <a:p>
            <a:r>
              <a:rPr lang="en-US" sz="1200"/>
              <a:t>Keep main content to the red guides if you have only a short headline and/or ingress </a:t>
            </a:r>
          </a:p>
          <a:p>
            <a:r>
              <a:rPr lang="en-US" sz="1200"/>
              <a:t>If you have lots of content and no ingress, you can move the </a:t>
            </a:r>
            <a:br>
              <a:rPr lang="en-US" sz="1200"/>
            </a:br>
            <a:r>
              <a:rPr lang="en-US" sz="1200"/>
              <a:t>content up to the first grey guide</a:t>
            </a:r>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err="1"/>
              <a:t>Hint</a:t>
            </a:r>
            <a:r>
              <a:rPr lang="fi-FI"/>
              <a:t>:</a:t>
            </a:r>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9</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err="1"/>
              <a:t>Use</a:t>
            </a:r>
            <a:r>
              <a:rPr lang="fi-FI"/>
              <a:t> </a:t>
            </a:r>
            <a:r>
              <a:rPr lang="fi-FI" err="1"/>
              <a:t>the</a:t>
            </a:r>
            <a:r>
              <a:rPr lang="fi-FI"/>
              <a:t> </a:t>
            </a:r>
            <a:r>
              <a:rPr lang="fi-FI" err="1"/>
              <a:t>guides</a:t>
            </a:r>
            <a:r>
              <a:rPr lang="fi-FI"/>
              <a:t>, Luke!</a:t>
            </a:r>
            <a:br>
              <a:rPr lang="fi-FI"/>
            </a:br>
            <a:r>
              <a:rPr lang="fi-FI"/>
              <a:t>NOT </a:t>
            </a:r>
            <a:r>
              <a:rPr lang="fi-FI" err="1"/>
              <a:t>the</a:t>
            </a:r>
            <a:r>
              <a:rPr lang="fi-FI"/>
              <a:t> </a:t>
            </a:r>
            <a:r>
              <a:rPr lang="fi-FI" err="1"/>
              <a:t>gridlines</a:t>
            </a:r>
            <a:r>
              <a:rPr lang="fi-FI"/>
              <a:t>!</a:t>
            </a:r>
          </a:p>
        </p:txBody>
      </p:sp>
      <p:pic>
        <p:nvPicPr>
          <p:cNvPr id="10" name="Picture 9">
            <a:extLst>
              <a:ext uri="{FF2B5EF4-FFF2-40B4-BE49-F238E27FC236}">
                <a16:creationId xmlns:a16="http://schemas.microsoft.com/office/drawing/2014/main" id="{84AF7392-AD0F-7C8F-EDCE-E244981D93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96226" y="0"/>
            <a:ext cx="2635265" cy="3049542"/>
          </a:xfrm>
          <a:prstGeom prst="rect">
            <a:avLst/>
          </a:prstGeom>
        </p:spPr>
      </p:pic>
      <p:sp>
        <p:nvSpPr>
          <p:cNvPr id="26" name="Content Placeholder 1">
            <a:extLst>
              <a:ext uri="{FF2B5EF4-FFF2-40B4-BE49-F238E27FC236}">
                <a16:creationId xmlns:a16="http://schemas.microsoft.com/office/drawing/2014/main" id="{F442C798-18F0-7399-E10B-D75615954A43}"/>
              </a:ext>
            </a:extLst>
          </p:cNvPr>
          <p:cNvSpPr txBox="1">
            <a:spLocks/>
          </p:cNvSpPr>
          <p:nvPr/>
        </p:nvSpPr>
        <p:spPr>
          <a:xfrm>
            <a:off x="10693682" y="2505133"/>
            <a:ext cx="1395861" cy="213644"/>
          </a:xfrm>
          <a:prstGeom prst="rect">
            <a:avLst/>
          </a:prstGeom>
        </p:spPr>
        <p:txBody>
          <a:bodyPr vert="horz" lIns="0" tIns="0" rIns="0" bIns="0" rtlCol="0">
            <a:noAutofit/>
          </a:bodyPr>
          <a:lstStyle>
            <a:lvl1pPr marL="177800" indent="-177800"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30" baseline="0">
                <a:solidFill>
                  <a:srgbClr val="0F3D51"/>
                </a:solidFill>
                <a:latin typeface="+mn-lt"/>
                <a:ea typeface="+mn-ea"/>
                <a:cs typeface="+mn-cs"/>
              </a:defRPr>
            </a:lvl1pPr>
            <a:lvl2pPr marL="404813" indent="-180975"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673100" indent="-180975"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889000" indent="-1730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1116013" indent="-225425" algn="l" defTabSz="914400" rtl="0" eaLnBrk="1" latinLnBrk="0" hangingPunct="1">
              <a:lnSpc>
                <a:spcPct val="90000"/>
              </a:lnSpc>
              <a:spcBef>
                <a:spcPts val="500"/>
              </a:spcBef>
              <a:buClr>
                <a:schemeClr val="accent1"/>
              </a:buClr>
              <a:buFontTx/>
              <a:buChar char="-"/>
              <a:tabLst/>
              <a:defRPr sz="1100" b="0" i="0" kern="1000" spc="-30" baseline="0">
                <a:solidFill>
                  <a:schemeClr val="tx1"/>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solidFill>
                  <a:schemeClr val="tx1"/>
                </a:solidFill>
              </a:rPr>
              <a:t>No, not gridlines</a:t>
            </a:r>
          </a:p>
        </p:txBody>
      </p:sp>
      <p:sp>
        <p:nvSpPr>
          <p:cNvPr id="27" name="Rectangle 26">
            <a:extLst>
              <a:ext uri="{FF2B5EF4-FFF2-40B4-BE49-F238E27FC236}">
                <a16:creationId xmlns:a16="http://schemas.microsoft.com/office/drawing/2014/main" id="{150ACCB7-A221-E10C-9B10-25A42B28384C}"/>
              </a:ext>
            </a:extLst>
          </p:cNvPr>
          <p:cNvSpPr/>
          <p:nvPr/>
        </p:nvSpPr>
        <p:spPr>
          <a:xfrm>
            <a:off x="245564" y="607436"/>
            <a:ext cx="7425853" cy="1742063"/>
          </a:xfrm>
          <a:prstGeom prst="rect">
            <a:avLst/>
          </a:prstGeom>
          <a:noFill/>
          <a:ln w="952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noFill/>
            </a:endParaRPr>
          </a:p>
        </p:txBody>
      </p:sp>
      <p:pic>
        <p:nvPicPr>
          <p:cNvPr id="9" name="Picture 8">
            <a:extLst>
              <a:ext uri="{FF2B5EF4-FFF2-40B4-BE49-F238E27FC236}">
                <a16:creationId xmlns:a16="http://schemas.microsoft.com/office/drawing/2014/main" id="{A96B3137-B840-EF1C-F8E0-66B09D765E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02946" y="4292600"/>
            <a:ext cx="3370465" cy="1894406"/>
          </a:xfrm>
          <a:prstGeom prst="rect">
            <a:avLst/>
          </a:prstGeom>
          <a:ln>
            <a:solidFill>
              <a:schemeClr val="bg2"/>
            </a:solidFill>
          </a:ln>
        </p:spPr>
      </p:pic>
      <p:pic>
        <p:nvPicPr>
          <p:cNvPr id="24" name="Graphic 23" descr="Thumbs up sign with solid fill">
            <a:extLst>
              <a:ext uri="{FF2B5EF4-FFF2-40B4-BE49-F238E27FC236}">
                <a16:creationId xmlns:a16="http://schemas.microsoft.com/office/drawing/2014/main" id="{A70EAA6A-CF17-EB11-7E42-9E996ED233D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7270" y="5806140"/>
            <a:ext cx="721685" cy="721685"/>
          </a:xfrm>
          <a:prstGeom prst="rect">
            <a:avLst/>
          </a:prstGeom>
        </p:spPr>
      </p:pic>
      <p:pic>
        <p:nvPicPr>
          <p:cNvPr id="14" name="Picture 13">
            <a:extLst>
              <a:ext uri="{FF2B5EF4-FFF2-40B4-BE49-F238E27FC236}">
                <a16:creationId xmlns:a16="http://schemas.microsoft.com/office/drawing/2014/main" id="{7D6CAFB8-7102-4F45-2FEE-D937BC79739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10063" y="4292600"/>
            <a:ext cx="3361354" cy="1885349"/>
          </a:xfrm>
          <a:prstGeom prst="rect">
            <a:avLst/>
          </a:prstGeom>
          <a:ln>
            <a:solidFill>
              <a:schemeClr val="bg2"/>
            </a:solidFill>
          </a:ln>
        </p:spPr>
      </p:pic>
      <p:pic>
        <p:nvPicPr>
          <p:cNvPr id="15" name="Graphic 14" descr="Thumbs up sign with solid fill">
            <a:extLst>
              <a:ext uri="{FF2B5EF4-FFF2-40B4-BE49-F238E27FC236}">
                <a16:creationId xmlns:a16="http://schemas.microsoft.com/office/drawing/2014/main" id="{8047E827-7181-E7ED-6BD7-EEFF3CA441F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35393" y="5806140"/>
            <a:ext cx="721685" cy="721685"/>
          </a:xfrm>
          <a:prstGeom prst="rect">
            <a:avLst/>
          </a:prstGeom>
        </p:spPr>
      </p:pic>
      <p:cxnSp>
        <p:nvCxnSpPr>
          <p:cNvPr id="19" name="Straight Arrow Connector 18">
            <a:extLst>
              <a:ext uri="{FF2B5EF4-FFF2-40B4-BE49-F238E27FC236}">
                <a16:creationId xmlns:a16="http://schemas.microsoft.com/office/drawing/2014/main" id="{CD0D1FF9-1C09-94C2-5F79-2E483E02129C}"/>
              </a:ext>
            </a:extLst>
          </p:cNvPr>
          <p:cNvCxnSpPr>
            <a:cxnSpLocks/>
          </p:cNvCxnSpPr>
          <p:nvPr/>
        </p:nvCxnSpPr>
        <p:spPr>
          <a:xfrm>
            <a:off x="5098770" y="2083100"/>
            <a:ext cx="2804176" cy="192430"/>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96CB74F-A32E-1527-0268-A7BCDB3BC059}"/>
              </a:ext>
            </a:extLst>
          </p:cNvPr>
          <p:cNvCxnSpPr>
            <a:cxnSpLocks/>
          </p:cNvCxnSpPr>
          <p:nvPr/>
        </p:nvCxnSpPr>
        <p:spPr>
          <a:xfrm>
            <a:off x="5552309" y="3094666"/>
            <a:ext cx="2350637" cy="1137652"/>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0" name="Arc 29">
            <a:extLst>
              <a:ext uri="{FF2B5EF4-FFF2-40B4-BE49-F238E27FC236}">
                <a16:creationId xmlns:a16="http://schemas.microsoft.com/office/drawing/2014/main" id="{5A612038-073A-2720-43BC-0D6042F49B66}"/>
              </a:ext>
            </a:extLst>
          </p:cNvPr>
          <p:cNvSpPr/>
          <p:nvPr/>
        </p:nvSpPr>
        <p:spPr>
          <a:xfrm rot="7637463" flipV="1">
            <a:off x="437409" y="3859006"/>
            <a:ext cx="1110953" cy="1109647"/>
          </a:xfrm>
          <a:prstGeom prst="arc">
            <a:avLst>
              <a:gd name="adj1" fmla="val 15402933"/>
              <a:gd name="adj2" fmla="val 0"/>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pic>
        <p:nvPicPr>
          <p:cNvPr id="34" name="Picture 33">
            <a:extLst>
              <a:ext uri="{FF2B5EF4-FFF2-40B4-BE49-F238E27FC236}">
                <a16:creationId xmlns:a16="http://schemas.microsoft.com/office/drawing/2014/main" id="{3F689A40-9978-26BB-01B2-6CF1375A8BC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0121" y="4300178"/>
            <a:ext cx="3356981" cy="1886828"/>
          </a:xfrm>
          <a:prstGeom prst="rect">
            <a:avLst/>
          </a:prstGeom>
          <a:ln>
            <a:solidFill>
              <a:schemeClr val="bg2"/>
            </a:solidFill>
          </a:ln>
        </p:spPr>
      </p:pic>
      <p:pic>
        <p:nvPicPr>
          <p:cNvPr id="39" name="Graphic 38" descr="Thumbs up sign with solid fill">
            <a:extLst>
              <a:ext uri="{FF2B5EF4-FFF2-40B4-BE49-F238E27FC236}">
                <a16:creationId xmlns:a16="http://schemas.microsoft.com/office/drawing/2014/main" id="{B4D3DB06-44BB-D29D-13B7-C90A22C46DB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36370" y="5806140"/>
            <a:ext cx="721685" cy="721685"/>
          </a:xfrm>
          <a:prstGeom prst="rect">
            <a:avLst/>
          </a:prstGeom>
        </p:spPr>
      </p:pic>
      <p:cxnSp>
        <p:nvCxnSpPr>
          <p:cNvPr id="40" name="Straight Arrow Connector 39">
            <a:extLst>
              <a:ext uri="{FF2B5EF4-FFF2-40B4-BE49-F238E27FC236}">
                <a16:creationId xmlns:a16="http://schemas.microsoft.com/office/drawing/2014/main" id="{075AD252-F285-8C47-3380-A7F553AC9EAA}"/>
              </a:ext>
            </a:extLst>
          </p:cNvPr>
          <p:cNvCxnSpPr>
            <a:cxnSpLocks/>
          </p:cNvCxnSpPr>
          <p:nvPr/>
        </p:nvCxnSpPr>
        <p:spPr>
          <a:xfrm flipH="1" flipV="1">
            <a:off x="9904212" y="2511989"/>
            <a:ext cx="627279" cy="106822"/>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71CF23BF-4A2B-FC9B-A739-5ED382FD1D31}"/>
              </a:ext>
            </a:extLst>
          </p:cNvPr>
          <p:cNvSpPr/>
          <p:nvPr/>
        </p:nvSpPr>
        <p:spPr>
          <a:xfrm rot="13962537" flipH="1" flipV="1">
            <a:off x="4600446" y="3378690"/>
            <a:ext cx="1110953" cy="1109647"/>
          </a:xfrm>
          <a:prstGeom prst="arc">
            <a:avLst>
              <a:gd name="adj1" fmla="val 15402933"/>
              <a:gd name="adj2" fmla="val 0"/>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sp>
        <p:nvSpPr>
          <p:cNvPr id="11" name="Arc 10">
            <a:extLst>
              <a:ext uri="{FF2B5EF4-FFF2-40B4-BE49-F238E27FC236}">
                <a16:creationId xmlns:a16="http://schemas.microsoft.com/office/drawing/2014/main" id="{F76A49DE-A7D3-E6E3-E509-4FA9AF36ADC2}"/>
              </a:ext>
            </a:extLst>
          </p:cNvPr>
          <p:cNvSpPr/>
          <p:nvPr/>
        </p:nvSpPr>
        <p:spPr>
          <a:xfrm rot="18346850" flipH="1">
            <a:off x="294215" y="2062402"/>
            <a:ext cx="701199" cy="546711"/>
          </a:xfrm>
          <a:prstGeom prst="arc">
            <a:avLst>
              <a:gd name="adj1" fmla="val 17833632"/>
              <a:gd name="adj2" fmla="val 3037283"/>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Tree>
    <p:extLst>
      <p:ext uri="{BB962C8B-B14F-4D97-AF65-F5344CB8AC3E}">
        <p14:creationId xmlns:p14="http://schemas.microsoft.com/office/powerpoint/2010/main" val="3007021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a:xfrm>
            <a:off x="695325" y="2276211"/>
            <a:ext cx="4126058" cy="3529785"/>
          </a:xfrm>
        </p:spPr>
        <p:txBody>
          <a:bodyPr/>
          <a:lstStyle/>
          <a:p>
            <a:r>
              <a:rPr lang="en-US" sz="1200"/>
              <a:t>We have quite a large set of different characters and also some contextual settings to </a:t>
            </a:r>
            <a:r>
              <a:rPr lang="en-US" sz="1200" err="1"/>
              <a:t>utilise</a:t>
            </a:r>
            <a:r>
              <a:rPr lang="en-US" sz="1200"/>
              <a:t>. Find them in your Power Point templates as a separate document for easy access.</a:t>
            </a:r>
          </a:p>
          <a:p>
            <a:r>
              <a:rPr lang="en-US" sz="1200"/>
              <a:t>Try not to mix illustrations with different color schemes </a:t>
            </a:r>
            <a:br>
              <a:rPr lang="en-US" sz="1200"/>
            </a:br>
            <a:r>
              <a:rPr lang="en-US" sz="1200"/>
              <a:t>in one slide (Pink/orange/blue) See instructions on </a:t>
            </a:r>
            <a:r>
              <a:rPr lang="en-US" sz="1200">
                <a:hlinkClick r:id="rId2"/>
              </a:rPr>
              <a:t>https://brand.gofore.com/visual-style-guide/illustration</a:t>
            </a:r>
            <a:endParaRPr lang="en-US" sz="1200"/>
          </a:p>
          <a:p>
            <a:r>
              <a:rPr lang="en-US" sz="1200"/>
              <a:t>You can find the illustrations in the brand book, in </a:t>
            </a:r>
            <a:r>
              <a:rPr lang="en-US" sz="1200" err="1"/>
              <a:t>Templafy</a:t>
            </a:r>
            <a:r>
              <a:rPr lang="en-US" sz="1200"/>
              <a:t> and also as a separate ppt-template from your computer. Same place you found this one.</a:t>
            </a:r>
          </a:p>
          <a:p>
            <a:r>
              <a:rPr lang="en-US" sz="1200"/>
              <a:t>The illustrations are great to combine with our human circle</a:t>
            </a:r>
            <a:endParaRPr lang="fi-FI" sz="1200"/>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a:t>PLEASE READ BEFORE MAKING YOUR GREAT PRESENTATION</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10</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dirty="0"/>
              <a:t>Using </a:t>
            </a:r>
            <a:r>
              <a:rPr lang="fi-FI" dirty="0" err="1"/>
              <a:t>our</a:t>
            </a:r>
            <a:r>
              <a:rPr lang="fi-FI" dirty="0"/>
              <a:t> </a:t>
            </a:r>
            <a:r>
              <a:rPr lang="fi-FI" dirty="0" err="1"/>
              <a:t>Illustrations</a:t>
            </a:r>
            <a:endParaRPr lang="fi-FI" dirty="0"/>
          </a:p>
        </p:txBody>
      </p:sp>
      <p:pic>
        <p:nvPicPr>
          <p:cNvPr id="9" name="Graphic 8">
            <a:extLst>
              <a:ext uri="{FF2B5EF4-FFF2-40B4-BE49-F238E27FC236}">
                <a16:creationId xmlns:a16="http://schemas.microsoft.com/office/drawing/2014/main" id="{F85C8926-82DA-9DF0-EBBD-20681B9964E2}"/>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56832" y="248175"/>
            <a:ext cx="1798668" cy="2142531"/>
          </a:xfrm>
          <a:prstGeom prst="rect">
            <a:avLst/>
          </a:prstGeom>
        </p:spPr>
      </p:pic>
      <p:pic>
        <p:nvPicPr>
          <p:cNvPr id="11" name="Graphic 10">
            <a:extLst>
              <a:ext uri="{FF2B5EF4-FFF2-40B4-BE49-F238E27FC236}">
                <a16:creationId xmlns:a16="http://schemas.microsoft.com/office/drawing/2014/main" id="{4A476217-C440-C403-2E45-786AFE6B480F}"/>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643369" y="712251"/>
            <a:ext cx="2061020" cy="1578829"/>
          </a:xfrm>
          <a:prstGeom prst="rect">
            <a:avLst/>
          </a:prstGeom>
        </p:spPr>
      </p:pic>
      <p:pic>
        <p:nvPicPr>
          <p:cNvPr id="13" name="Graphic 12">
            <a:extLst>
              <a:ext uri="{FF2B5EF4-FFF2-40B4-BE49-F238E27FC236}">
                <a16:creationId xmlns:a16="http://schemas.microsoft.com/office/drawing/2014/main" id="{D173B01C-7928-61BC-6877-53DA33A287EE}"/>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327881" y="2005518"/>
            <a:ext cx="4745719" cy="2618550"/>
          </a:xfrm>
          <a:prstGeom prst="rect">
            <a:avLst/>
          </a:prstGeom>
        </p:spPr>
      </p:pic>
      <p:pic>
        <p:nvPicPr>
          <p:cNvPr id="15" name="Graphic 14">
            <a:extLst>
              <a:ext uri="{FF2B5EF4-FFF2-40B4-BE49-F238E27FC236}">
                <a16:creationId xmlns:a16="http://schemas.microsoft.com/office/drawing/2014/main" id="{5AE8EC46-6CAF-2957-5FCF-C1EAB773AB9E}"/>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706912" y="4806369"/>
            <a:ext cx="1595585" cy="1499108"/>
          </a:xfrm>
          <a:prstGeom prst="rect">
            <a:avLst/>
          </a:prstGeom>
        </p:spPr>
      </p:pic>
      <p:pic>
        <p:nvPicPr>
          <p:cNvPr id="17" name="Graphic 16">
            <a:extLst>
              <a:ext uri="{FF2B5EF4-FFF2-40B4-BE49-F238E27FC236}">
                <a16:creationId xmlns:a16="http://schemas.microsoft.com/office/drawing/2014/main" id="{984F4777-44C8-B23A-8C37-6477D1EA9F25}"/>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492608" y="4188433"/>
            <a:ext cx="3740032" cy="2487213"/>
          </a:xfrm>
          <a:prstGeom prst="rect">
            <a:avLst/>
          </a:prstGeom>
        </p:spPr>
      </p:pic>
      <p:pic>
        <p:nvPicPr>
          <p:cNvPr id="21" name="Graphic 20">
            <a:extLst>
              <a:ext uri="{FF2B5EF4-FFF2-40B4-BE49-F238E27FC236}">
                <a16:creationId xmlns:a16="http://schemas.microsoft.com/office/drawing/2014/main" id="{7F77108B-A91F-717B-57FD-7B0153E4569D}"/>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90594" y="4673824"/>
            <a:ext cx="817592" cy="1635183"/>
          </a:xfrm>
          <a:prstGeom prst="rect">
            <a:avLst/>
          </a:prstGeom>
        </p:spPr>
      </p:pic>
      <p:pic>
        <p:nvPicPr>
          <p:cNvPr id="12" name="Graphic 11">
            <a:extLst>
              <a:ext uri="{FF2B5EF4-FFF2-40B4-BE49-F238E27FC236}">
                <a16:creationId xmlns:a16="http://schemas.microsoft.com/office/drawing/2014/main" id="{235B4278-2518-DFF3-5696-61BBFEBF62DB}"/>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4551494" y="4659788"/>
            <a:ext cx="822845" cy="1645689"/>
          </a:xfrm>
          <a:prstGeom prst="rect">
            <a:avLst/>
          </a:prstGeom>
        </p:spPr>
      </p:pic>
      <p:pic>
        <p:nvPicPr>
          <p:cNvPr id="16" name="Graphic 15">
            <a:extLst>
              <a:ext uri="{FF2B5EF4-FFF2-40B4-BE49-F238E27FC236}">
                <a16:creationId xmlns:a16="http://schemas.microsoft.com/office/drawing/2014/main" id="{D3598CA4-EF52-A4B2-7CB4-B9BB8BAF306A}"/>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930101" y="4656258"/>
            <a:ext cx="826375" cy="1652749"/>
          </a:xfrm>
          <a:prstGeom prst="rect">
            <a:avLst/>
          </a:prstGeom>
        </p:spPr>
      </p:pic>
      <p:sp>
        <p:nvSpPr>
          <p:cNvPr id="18" name="Arc 17">
            <a:extLst>
              <a:ext uri="{FF2B5EF4-FFF2-40B4-BE49-F238E27FC236}">
                <a16:creationId xmlns:a16="http://schemas.microsoft.com/office/drawing/2014/main" id="{74BC7633-E3F1-774E-7B16-44C5F143A73B}"/>
              </a:ext>
            </a:extLst>
          </p:cNvPr>
          <p:cNvSpPr/>
          <p:nvPr/>
        </p:nvSpPr>
        <p:spPr>
          <a:xfrm rot="3527715">
            <a:off x="4106837" y="3314369"/>
            <a:ext cx="1614124" cy="1151593"/>
          </a:xfrm>
          <a:prstGeom prst="arc">
            <a:avLst>
              <a:gd name="adj1" fmla="val 12287229"/>
              <a:gd name="adj2" fmla="val 21455837"/>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spTree>
    <p:extLst>
      <p:ext uri="{BB962C8B-B14F-4D97-AF65-F5344CB8AC3E}">
        <p14:creationId xmlns:p14="http://schemas.microsoft.com/office/powerpoint/2010/main" val="3616495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726A0B-14CB-2270-0F79-14EC3A8C7373}"/>
              </a:ext>
            </a:extLst>
          </p:cNvPr>
          <p:cNvSpPr>
            <a:spLocks noGrp="1"/>
          </p:cNvSpPr>
          <p:nvPr>
            <p:ph sz="quarter" idx="10"/>
          </p:nvPr>
        </p:nvSpPr>
        <p:spPr/>
        <p:txBody>
          <a:bodyPr/>
          <a:lstStyle/>
          <a:p>
            <a:r>
              <a:rPr lang="en-FI"/>
              <a:t>Introduction</a:t>
            </a:r>
          </a:p>
          <a:p>
            <a:r>
              <a:rPr lang="en-FI"/>
              <a:t>Lunch</a:t>
            </a:r>
          </a:p>
        </p:txBody>
      </p:sp>
      <p:sp>
        <p:nvSpPr>
          <p:cNvPr id="3" name="Footer Placeholder 2">
            <a:extLst>
              <a:ext uri="{FF2B5EF4-FFF2-40B4-BE49-F238E27FC236}">
                <a16:creationId xmlns:a16="http://schemas.microsoft.com/office/drawing/2014/main" id="{C5882777-828C-9C9B-9CFB-D4154A926DE8}"/>
              </a:ext>
            </a:extLst>
          </p:cNvPr>
          <p:cNvSpPr>
            <a:spLocks noGrp="1"/>
          </p:cNvSpPr>
          <p:nvPr>
            <p:ph type="ftr" sz="quarter" idx="15"/>
          </p:nvPr>
        </p:nvSpPr>
        <p:spPr/>
        <p:txBody>
          <a:bodyPr/>
          <a:lstStyle/>
          <a:p>
            <a:r>
              <a:rPr lang="fi-FI"/>
              <a:t>CONFIDENTIAL</a:t>
            </a:r>
          </a:p>
        </p:txBody>
      </p:sp>
      <p:sp>
        <p:nvSpPr>
          <p:cNvPr id="4" name="Slide Number Placeholder 3">
            <a:extLst>
              <a:ext uri="{FF2B5EF4-FFF2-40B4-BE49-F238E27FC236}">
                <a16:creationId xmlns:a16="http://schemas.microsoft.com/office/drawing/2014/main" id="{D16D9D5D-A550-FE43-9003-08FBE03CDAAB}"/>
              </a:ext>
            </a:extLst>
          </p:cNvPr>
          <p:cNvSpPr>
            <a:spLocks noGrp="1"/>
          </p:cNvSpPr>
          <p:nvPr>
            <p:ph type="sldNum" sz="quarter" idx="16"/>
          </p:nvPr>
        </p:nvSpPr>
        <p:spPr/>
        <p:txBody>
          <a:bodyPr/>
          <a:lstStyle/>
          <a:p>
            <a:fld id="{B64FCF4A-2F3F-4397-9C44-D2344643394B}" type="slidenum">
              <a:rPr lang="fi-FI" smtClean="0"/>
              <a:pPr/>
              <a:t>11</a:t>
            </a:fld>
            <a:endParaRPr lang="fi-FI"/>
          </a:p>
        </p:txBody>
      </p:sp>
      <p:sp>
        <p:nvSpPr>
          <p:cNvPr id="5" name="Content Placeholder 4">
            <a:extLst>
              <a:ext uri="{FF2B5EF4-FFF2-40B4-BE49-F238E27FC236}">
                <a16:creationId xmlns:a16="http://schemas.microsoft.com/office/drawing/2014/main" id="{89FC08FF-73B2-AEA7-41C7-7B7BC27ED093}"/>
              </a:ext>
            </a:extLst>
          </p:cNvPr>
          <p:cNvSpPr>
            <a:spLocks noGrp="1"/>
          </p:cNvSpPr>
          <p:nvPr>
            <p:ph sz="quarter" idx="18"/>
          </p:nvPr>
        </p:nvSpPr>
        <p:spPr/>
        <p:txBody>
          <a:bodyPr/>
          <a:lstStyle/>
          <a:p>
            <a:r>
              <a:rPr lang="en-FI"/>
              <a:t>p. 01</a:t>
            </a:r>
          </a:p>
          <a:p>
            <a:r>
              <a:rPr lang="en-FI"/>
              <a:t>12:30</a:t>
            </a:r>
          </a:p>
        </p:txBody>
      </p:sp>
      <p:sp>
        <p:nvSpPr>
          <p:cNvPr id="6" name="Title 5">
            <a:extLst>
              <a:ext uri="{FF2B5EF4-FFF2-40B4-BE49-F238E27FC236}">
                <a16:creationId xmlns:a16="http://schemas.microsoft.com/office/drawing/2014/main" id="{6EF2AD8B-C09B-C3BB-8A25-22787CD4A1C4}"/>
              </a:ext>
            </a:extLst>
          </p:cNvPr>
          <p:cNvSpPr>
            <a:spLocks noGrp="1"/>
          </p:cNvSpPr>
          <p:nvPr>
            <p:ph type="title"/>
          </p:nvPr>
        </p:nvSpPr>
        <p:spPr/>
        <p:txBody>
          <a:bodyPr/>
          <a:lstStyle/>
          <a:p>
            <a:r>
              <a:rPr lang="en-FI"/>
              <a:t>Agenda or ToC</a:t>
            </a:r>
          </a:p>
        </p:txBody>
      </p:sp>
    </p:spTree>
    <p:extLst>
      <p:ext uri="{BB962C8B-B14F-4D97-AF65-F5344CB8AC3E}">
        <p14:creationId xmlns:p14="http://schemas.microsoft.com/office/powerpoint/2010/main" val="2127631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9893B8-D9F2-3407-76FE-51474A8C932B}"/>
              </a:ext>
            </a:extLst>
          </p:cNvPr>
          <p:cNvSpPr>
            <a:spLocks noGrp="1"/>
          </p:cNvSpPr>
          <p:nvPr>
            <p:ph type="title"/>
          </p:nvPr>
        </p:nvSpPr>
        <p:spPr/>
        <p:txBody>
          <a:bodyPr/>
          <a:lstStyle/>
          <a:p>
            <a:endParaRPr lang="en-FI"/>
          </a:p>
        </p:txBody>
      </p:sp>
      <p:sp>
        <p:nvSpPr>
          <p:cNvPr id="4" name="Footer Placeholder 3">
            <a:extLst>
              <a:ext uri="{FF2B5EF4-FFF2-40B4-BE49-F238E27FC236}">
                <a16:creationId xmlns:a16="http://schemas.microsoft.com/office/drawing/2014/main" id="{174AF1F1-0D3A-7462-E4FB-07978352384E}"/>
              </a:ext>
            </a:extLst>
          </p:cNvPr>
          <p:cNvSpPr>
            <a:spLocks noGrp="1"/>
          </p:cNvSpPr>
          <p:nvPr>
            <p:ph type="ftr" sz="quarter" idx="15"/>
          </p:nvPr>
        </p:nvSpPr>
        <p:spPr/>
        <p:txBody>
          <a:bodyPr/>
          <a:lstStyle/>
          <a:p>
            <a:r>
              <a:rPr lang="fi-FI"/>
              <a:t>CONFIDENTIAL</a:t>
            </a:r>
          </a:p>
        </p:txBody>
      </p:sp>
      <p:sp>
        <p:nvSpPr>
          <p:cNvPr id="9" name="Text Placeholder 8">
            <a:extLst>
              <a:ext uri="{FF2B5EF4-FFF2-40B4-BE49-F238E27FC236}">
                <a16:creationId xmlns:a16="http://schemas.microsoft.com/office/drawing/2014/main" id="{C5BE2B0A-069C-0AF0-A830-61F9C158899B}"/>
              </a:ext>
            </a:extLst>
          </p:cNvPr>
          <p:cNvSpPr>
            <a:spLocks noGrp="1"/>
          </p:cNvSpPr>
          <p:nvPr>
            <p:ph type="body" sz="quarter" idx="14"/>
          </p:nvPr>
        </p:nvSpPr>
        <p:spPr/>
        <p:txBody>
          <a:bodyPr/>
          <a:lstStyle/>
          <a:p>
            <a:endParaRPr lang="en-FI"/>
          </a:p>
        </p:txBody>
      </p:sp>
      <p:sp>
        <p:nvSpPr>
          <p:cNvPr id="8" name="Text Placeholder 7">
            <a:extLst>
              <a:ext uri="{FF2B5EF4-FFF2-40B4-BE49-F238E27FC236}">
                <a16:creationId xmlns:a16="http://schemas.microsoft.com/office/drawing/2014/main" id="{CF6C8F6C-8E4D-BCC7-BDDC-E1EE5498DC60}"/>
              </a:ext>
            </a:extLst>
          </p:cNvPr>
          <p:cNvSpPr>
            <a:spLocks noGrp="1"/>
          </p:cNvSpPr>
          <p:nvPr>
            <p:ph type="body" sz="quarter" idx="13"/>
          </p:nvPr>
        </p:nvSpPr>
        <p:spPr/>
        <p:txBody>
          <a:bodyPr/>
          <a:lstStyle/>
          <a:p>
            <a:endParaRPr lang="en-FI"/>
          </a:p>
        </p:txBody>
      </p:sp>
      <p:sp>
        <p:nvSpPr>
          <p:cNvPr id="5" name="Slide Number Placeholder 4">
            <a:extLst>
              <a:ext uri="{FF2B5EF4-FFF2-40B4-BE49-F238E27FC236}">
                <a16:creationId xmlns:a16="http://schemas.microsoft.com/office/drawing/2014/main" id="{C74739AF-A88A-5C3D-4C9E-7C1D3D312FB4}"/>
              </a:ext>
            </a:extLst>
          </p:cNvPr>
          <p:cNvSpPr>
            <a:spLocks noGrp="1"/>
          </p:cNvSpPr>
          <p:nvPr>
            <p:ph type="sldNum" sz="quarter" idx="16"/>
          </p:nvPr>
        </p:nvSpPr>
        <p:spPr/>
        <p:txBody>
          <a:bodyPr/>
          <a:lstStyle/>
          <a:p>
            <a:fld id="{B64FCF4A-2F3F-4397-9C44-D2344643394B}" type="slidenum">
              <a:rPr lang="fi-FI" smtClean="0"/>
              <a:pPr/>
              <a:t>12</a:t>
            </a:fld>
            <a:endParaRPr lang="fi-FI"/>
          </a:p>
        </p:txBody>
      </p:sp>
    </p:spTree>
    <p:extLst>
      <p:ext uri="{BB962C8B-B14F-4D97-AF65-F5344CB8AC3E}">
        <p14:creationId xmlns:p14="http://schemas.microsoft.com/office/powerpoint/2010/main" val="315538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3C283D5-CD0A-0861-9929-BD3FE66583F0}"/>
              </a:ext>
            </a:extLst>
          </p:cNvPr>
          <p:cNvSpPr>
            <a:spLocks noGrp="1"/>
          </p:cNvSpPr>
          <p:nvPr>
            <p:ph type="body" sz="quarter" idx="10"/>
          </p:nvPr>
        </p:nvSpPr>
        <p:spPr/>
        <p:txBody>
          <a:bodyPr/>
          <a:lstStyle/>
          <a:p>
            <a:endParaRPr lang="en-FI"/>
          </a:p>
        </p:txBody>
      </p:sp>
      <p:sp>
        <p:nvSpPr>
          <p:cNvPr id="6" name="Text Placeholder 5">
            <a:extLst>
              <a:ext uri="{FF2B5EF4-FFF2-40B4-BE49-F238E27FC236}">
                <a16:creationId xmlns:a16="http://schemas.microsoft.com/office/drawing/2014/main" id="{B0FADFBC-7866-4078-E222-CF7AB8159B60}"/>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42102407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NTAINEDIMAGEPATH" val="C:\Users\iida.laukkanen\AppData\Local\Templafy\AddIns\PowerPointVsto\Set_man_magnifier_IT_blue.svg"/>
</p:tagLst>
</file>

<file path=ppt/theme/theme1.xml><?xml version="1.0" encoding="utf-8"?>
<a:theme xmlns:a="http://schemas.openxmlformats.org/drawingml/2006/main" name="Gofore templates">
  <a:themeElements>
    <a:clrScheme name="Gofore 1">
      <a:dk1>
        <a:srgbClr val="0E3D50"/>
      </a:dk1>
      <a:lt1>
        <a:srgbClr val="FFFFFF"/>
      </a:lt1>
      <a:dk2>
        <a:srgbClr val="637C83"/>
      </a:dk2>
      <a:lt2>
        <a:srgbClr val="D3E2E5"/>
      </a:lt2>
      <a:accent1>
        <a:srgbClr val="F7663A"/>
      </a:accent1>
      <a:accent2>
        <a:srgbClr val="00839F"/>
      </a:accent2>
      <a:accent3>
        <a:srgbClr val="44C1DE"/>
      </a:accent3>
      <a:accent4>
        <a:srgbClr val="FFA471"/>
      </a:accent4>
      <a:accent5>
        <a:srgbClr val="FFE1D6"/>
      </a:accent5>
      <a:accent6>
        <a:srgbClr val="FF73A3"/>
      </a:accent6>
      <a:hlink>
        <a:srgbClr val="00839F"/>
      </a:hlink>
      <a:folHlink>
        <a:srgbClr val="91B1B8"/>
      </a:folHlink>
    </a:clrScheme>
    <a:fontScheme name="Cadiz">
      <a:majorFont>
        <a:latin typeface="Cadiz SemiBold"/>
        <a:ea typeface=""/>
        <a:cs typeface=""/>
      </a:majorFont>
      <a:minorFont>
        <a:latin typeface="Cadiz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41288" indent="-141288" algn="l">
          <a:spcAft>
            <a:spcPts val="600"/>
          </a:spcAft>
          <a:buClr>
            <a:schemeClr val="accent1"/>
          </a:buClr>
          <a:buSzPct val="95000"/>
          <a:buFont typeface="Arial" panose="020B0604020202020204" pitchFamily="34" charset="0"/>
          <a:buChar char="•"/>
          <a:defRPr kern="800" spc="-30" dirty="0" smtClean="0"/>
        </a:defPPr>
      </a:lstStyle>
    </a:txDef>
  </a:objectDefaults>
  <a:extraClrSchemeLst/>
  <a:custClrLst>
    <a:custClr name="Gofore Orange">
      <a:srgbClr val="F7673B"/>
    </a:custClr>
    <a:custClr name="Salmon Byte">
      <a:srgbClr val="FFA572"/>
    </a:custClr>
    <a:custClr name="Granny Pants">
      <a:srgbClr val="FFE2D6"/>
    </a:custClr>
    <a:custClr name="Incognito">
      <a:srgbClr val="FAF1EF"/>
    </a:custClr>
    <a:custClr name="Deep Blue">
      <a:srgbClr val="0F3D51"/>
    </a:custClr>
    <a:custClr name="Digital Blue">
      <a:srgbClr val="00839F"/>
    </a:custClr>
    <a:custClr name="Code Blue">
      <a:srgbClr val="44C2DE"/>
    </a:custClr>
    <a:custClr name="Mint Condition">
      <a:srgbClr val="B8EAF1"/>
    </a:custClr>
    <a:custClr name="Paleface">
      <a:srgbClr val="EFFAFA"/>
    </a:custClr>
    <a:custClr name="Grey Eminence">
      <a:srgbClr val="647D83"/>
    </a:custClr>
    <a:custClr name="Grey Area">
      <a:srgbClr val="92B1B8"/>
    </a:custClr>
    <a:custClr name="Light Matter">
      <a:srgbClr val="D3E3E5"/>
    </a:custClr>
    <a:custClr name="Silverplanet">
      <a:srgbClr val="F0F5F5"/>
    </a:custClr>
    <a:custClr name="Ruby on Rails">
      <a:srgbClr val="FF73A4"/>
    </a:custClr>
    <a:custClr name="Blushing Consultant">
      <a:srgbClr val="FFC6DA"/>
    </a:custClr>
    <a:custClr name="Blueberry Milk">
      <a:srgbClr val="FFEFF5"/>
    </a:custClr>
    <a:custClr name="White">
      <a:srgbClr val="FFFFFF"/>
    </a:custClr>
  </a:custClrLst>
  <a:extLst>
    <a:ext uri="{05A4C25C-085E-4340-85A3-A5531E510DB2}">
      <thm15:themeFamily xmlns:thm15="http://schemas.microsoft.com/office/thememl/2012/main" name="Presentation1" id="{FF198636-DF1F-4747-B597-E409D345E8A8}" vid="{4CF165C0-C6CD-724D-8407-A2E63754E5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2ABF47-53D9-034A-B68C-AF291C97F9A9}">
  <we:reference id="18ff0779-7db2-4789-9cff-ad2a208faaab"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item1.xml><?xml version="1.0" encoding="utf-8"?>
<TemplafySlideTemplateConfiguration><![CDATA[{"slideVersion":1,"isValidatorEnabled":false,"isLocked":false,"elementsMetadata":[],"slideId":"638412682817111508","enableDocumentContentUpdater":false,"version":"2.0"}]]></TemplafySlideTemplateConfiguration>
</file>

<file path=customXml/item2.xml><?xml version="1.0" encoding="utf-8"?>
<TemplafySlideTemplateConfiguration><![CDATA[{"slideVersion":2,"isValidatorEnabled":false,"isLocked":false,"elementsMetadata":[],"slideId":"638412682817162098","enableDocumentContentUpdater":false,"version":"2.0"}]]></TemplafySlideTemplateConfiguratio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TemplafySlideFormConfiguration><![CDATA[{"formFields":[],"formDataEntries":[]}]]></TemplafySlideFormConfiguration>
</file>

<file path=customXml/item5.xml><?xml version="1.0" encoding="utf-8"?>
<TemplafySlideFormConfiguration><![CDATA[{"formFields":[],"formDataEntries":[]}]]></TemplafySlideFormConfiguration>
</file>

<file path=customXml/item6.xml><?xml version="1.0" encoding="utf-8"?>
<TemplafySlideTemplateConfiguration><![CDATA[{"slideVersion":2,"isValidatorEnabled":false,"isLocked":false,"elementsMetadata":[],"slideId":"638423831725974796","enableDocumentContentUpdater":false,"version":"2.0"}]]></TemplafySlideTemplateConfiguration>
</file>

<file path=customXml/item7.xml><?xml version="1.0" encoding="utf-8"?>
<p:properties xmlns:p="http://schemas.microsoft.com/office/2006/metadata/properties" xmlns:xsi="http://www.w3.org/2001/XMLSchema-instance" xmlns:pc="http://schemas.microsoft.com/office/infopath/2007/PartnerControls">
  <documentManagement/>
</p:properties>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ct:contentTypeSchema xmlns:ct="http://schemas.microsoft.com/office/2006/metadata/contentType" xmlns:ma="http://schemas.microsoft.com/office/2006/metadata/properties/metaAttributes" ct:_="" ma:_="" ma:contentTypeName="Document" ma:contentTypeID="0x01010056A4A934F5D80C419AC1613B95A23E01" ma:contentTypeVersion="4" ma:contentTypeDescription="Create a new document." ma:contentTypeScope="" ma:versionID="6f2aef8ddded7cdb18d120e9ff660515">
  <xsd:schema xmlns:xsd="http://www.w3.org/2001/XMLSchema" xmlns:xs="http://www.w3.org/2001/XMLSchema" xmlns:p="http://schemas.microsoft.com/office/2006/metadata/properties" xmlns:ns2="887f7d86-57b8-456d-b144-d551fb9b4ffd" targetNamespace="http://schemas.microsoft.com/office/2006/metadata/properties" ma:root="true" ma:fieldsID="24df06709ac90378f4da0943d50d2a4f" ns2:_="">
    <xsd:import namespace="887f7d86-57b8-456d-b144-d551fb9b4f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7f7d86-57b8-456d-b144-d551fb9b4f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TemplateConfiguration><![CDATA[{"slideVersion":1,"isValidatorEnabled":false,"isLocked":false,"elementsMetadata":[],"slideId":"637641012829305042","enableDocumentContentUpdater":false,"version":"2.0"}]]></TemplafySlideTemplateConfiguration>
</file>

<file path=customXml/item13.xml><?xml version="1.0" encoding="utf-8"?>
<TemplafySlideTemplateConfiguration><![CDATA[{"slideVersion":2,"isValidatorEnabled":false,"isLocked":false,"elementsMetadata":[],"slideId":"638423776003014411","enableDocumentContentUpdater":false,"version":"2.0"}]]></TemplafySlideTemplateConfiguration>
</file>

<file path=customXml/itemProps1.xml><?xml version="1.0" encoding="utf-8"?>
<ds:datastoreItem xmlns:ds="http://schemas.openxmlformats.org/officeDocument/2006/customXml" ds:itemID="{9DEBAD05-CA09-445C-9996-64B4B23C9809}">
  <ds:schemaRefs/>
</ds:datastoreItem>
</file>

<file path=customXml/itemProps2.xml><?xml version="1.0" encoding="utf-8"?>
<ds:datastoreItem xmlns:ds="http://schemas.openxmlformats.org/officeDocument/2006/customXml" ds:itemID="{2558C0B5-2F42-4860-A8E0-D5A2450233CA}">
  <ds:schemaRefs/>
</ds:datastoreItem>
</file>

<file path=customXml/itemProps3.xml><?xml version="1.0" encoding="utf-8"?>
<ds:datastoreItem xmlns:ds="http://schemas.openxmlformats.org/officeDocument/2006/customXml" ds:itemID="{C86C70A6-4B27-4516-87BC-323C5B1DD4BC}">
  <ds:schemaRefs>
    <ds:schemaRef ds:uri="http://schemas.microsoft.com/sharepoint/v3/contenttype/forms"/>
  </ds:schemaRefs>
</ds:datastoreItem>
</file>

<file path=customXml/itemProps4.xml><?xml version="1.0" encoding="utf-8"?>
<ds:datastoreItem xmlns:ds="http://schemas.openxmlformats.org/officeDocument/2006/customXml" ds:itemID="{002BCF6F-B5C8-4B48-B76D-90AD9857F62B}">
  <ds:schemaRefs/>
</ds:datastoreItem>
</file>

<file path=customXml/itemProps5.xml><?xml version="1.0" encoding="utf-8"?>
<ds:datastoreItem xmlns:ds="http://schemas.openxmlformats.org/officeDocument/2006/customXml" ds:itemID="{ACACD3BD-F518-4701-A563-85CE6F5DE13D}">
  <ds:schemaRefs/>
</ds:datastoreItem>
</file>

<file path=customXml/itemProps6.xml><?xml version="1.0" encoding="utf-8"?>
<ds:datastoreItem xmlns:ds="http://schemas.openxmlformats.org/officeDocument/2006/customXml" ds:itemID="{03CBACC2-C066-4A99-9AC1-E111A8220450}">
  <ds:schemaRefs/>
</ds:datastoreItem>
</file>

<file path=customXml/itemProps7.xml><?xml version="1.0" encoding="utf-8"?>
<ds:datastoreItem xmlns:ds="http://schemas.openxmlformats.org/officeDocument/2006/customXml" ds:itemID="{696C03F7-7706-4E21-ABE2-4195B94C0D40}">
  <ds:schemaRef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a37f929e-deed-4463-897e-fb48b3b552a7"/>
    <ds:schemaRef ds:uri="e548b1f0-e734-4c3b-ae3c-f877c7b71f45"/>
    <ds:schemaRef ds:uri="http://purl.org/dc/dcmitype/"/>
    <ds:schemaRef ds:uri="http://purl.org/dc/elements/1.1/"/>
  </ds:schemaRefs>
</ds:datastoreItem>
</file>

<file path=customXml/itemProps8.xml><?xml version="1.0" encoding="utf-8"?>
<ds:datastoreItem xmlns:ds="http://schemas.openxmlformats.org/officeDocument/2006/customXml" ds:itemID="{54A0FDAD-83CB-4019-A54A-C54FB7929D36}">
  <ds:schemaRefs/>
</ds:datastoreItem>
</file>

<file path=customXml/itemProps9.xml><?xml version="1.0" encoding="utf-8"?>
<ds:datastoreItem xmlns:ds="http://schemas.openxmlformats.org/officeDocument/2006/customXml" ds:itemID="{EEB87FB5-726F-4B2B-A620-3ED7D322969F}">
  <ds:schemaRefs/>
</ds:datastoreItem>
</file>

<file path=customXml/itemProps10.xml><?xml version="1.0" encoding="utf-8"?>
<ds:datastoreItem xmlns:ds="http://schemas.openxmlformats.org/officeDocument/2006/customXml" ds:itemID="{C8F40F55-C5A1-4BC2-BE27-0C10CE565555}">
  <ds:schemaRefs/>
</ds:datastoreItem>
</file>

<file path=customXml/itemProps11.xml><?xml version="1.0" encoding="utf-8"?>
<ds:datastoreItem xmlns:ds="http://schemas.openxmlformats.org/officeDocument/2006/customXml" ds:itemID="{49CCAE7D-3FCC-41DB-9B20-0C6BF5AC52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7f7d86-57b8-456d-b144-d551fb9b4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2.xml><?xml version="1.0" encoding="utf-8"?>
<ds:datastoreItem xmlns:ds="http://schemas.openxmlformats.org/officeDocument/2006/customXml" ds:itemID="{2863A5CD-1F0B-4B55-84D3-78890997D53E}">
  <ds:schemaRefs/>
</ds:datastoreItem>
</file>

<file path=customXml/itemProps13.xml><?xml version="1.0" encoding="utf-8"?>
<ds:datastoreItem xmlns:ds="http://schemas.openxmlformats.org/officeDocument/2006/customXml" ds:itemID="{121696EA-2F20-4953-AF71-9DF79FAF02D2}">
  <ds:schemaRefs/>
</ds:datastoreItem>
</file>

<file path=docProps/app.xml><?xml version="1.0" encoding="utf-8"?>
<Properties xmlns="http://schemas.openxmlformats.org/officeDocument/2006/extended-properties" xmlns:vt="http://schemas.openxmlformats.org/officeDocument/2006/docPropsVTypes">
  <Template>Gofore templates</Template>
  <TotalTime>0</TotalTime>
  <Words>1160</Words>
  <Application>Microsoft Macintosh PowerPoint</Application>
  <PresentationFormat>Widescreen</PresentationFormat>
  <Paragraphs>152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Messina Modern Book</vt:lpstr>
      <vt:lpstr>Cadiz Book</vt:lpstr>
      <vt:lpstr>Arial</vt:lpstr>
      <vt:lpstr>Cadiz SemiBold</vt:lpstr>
      <vt:lpstr>Gofore templates</vt:lpstr>
      <vt:lpstr>PowerPoint Presentation</vt:lpstr>
      <vt:lpstr>Edit the Footer Text!?</vt:lpstr>
      <vt:lpstr>Colours</vt:lpstr>
      <vt:lpstr>Accessibility - Best Contrast Practices</vt:lpstr>
      <vt:lpstr>Check the Accessibility of Your Presentation</vt:lpstr>
      <vt:lpstr>Preferred Shapes &amp; Objects</vt:lpstr>
      <vt:lpstr>Gofore’s Fonts</vt:lpstr>
      <vt:lpstr>Remember to first check if there’s a suitable template for your need</vt:lpstr>
      <vt:lpstr>Use the guides, Luke! NOT the gridlines!</vt:lpstr>
      <vt:lpstr>Using our Illustrations</vt:lpstr>
      <vt:lpstr>Agenda or ToC</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Pekka Kokkonen</dc:creator>
  <cp:keywords/>
  <dc:description/>
  <cp:lastModifiedBy>Pekka Kokkonen</cp:lastModifiedBy>
  <cp:revision>1</cp:revision>
  <dcterms:created xsi:type="dcterms:W3CDTF">2025-06-02T11:02:23Z</dcterms:created>
  <dcterms:modified xsi:type="dcterms:W3CDTF">2025-06-02T11:02:49Z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4440841</vt:lpwstr>
  </property>
  <property fmtid="{D5CDD505-2E9C-101B-9397-08002B2CF9AE}" pid="3" name="NXPowerLiteSettings">
    <vt:lpwstr>C980073804F000</vt:lpwstr>
  </property>
  <property fmtid="{D5CDD505-2E9C-101B-9397-08002B2CF9AE}" pid="4" name="NXPowerLiteVersion">
    <vt:lpwstr>D8.0.8</vt:lpwstr>
  </property>
  <property fmtid="{D5CDD505-2E9C-101B-9397-08002B2CF9AE}" pid="5" name="ContentTypeId">
    <vt:lpwstr>0x01010056A4A934F5D80C419AC1613B95A23E01</vt:lpwstr>
  </property>
  <property fmtid="{D5CDD505-2E9C-101B-9397-08002B2CF9AE}" pid="6" name="TaxKeyword">
    <vt:lpwstr/>
  </property>
  <property fmtid="{D5CDD505-2E9C-101B-9397-08002B2CF9AE}" pid="7" name="MSIP_Label_1f379a47-aacf-4160-a213-2afb2ce36c33_Enabled">
    <vt:lpwstr>true</vt:lpwstr>
  </property>
  <property fmtid="{D5CDD505-2E9C-101B-9397-08002B2CF9AE}" pid="8" name="MSIP_Label_1f379a47-aacf-4160-a213-2afb2ce36c33_SetDate">
    <vt:lpwstr>2024-01-23T08:52:09Z</vt:lpwstr>
  </property>
  <property fmtid="{D5CDD505-2E9C-101B-9397-08002B2CF9AE}" pid="9" name="MSIP_Label_1f379a47-aacf-4160-a213-2afb2ce36c33_Method">
    <vt:lpwstr>Privileged</vt:lpwstr>
  </property>
  <property fmtid="{D5CDD505-2E9C-101B-9397-08002B2CF9AE}" pid="10" name="MSIP_Label_1f379a47-aacf-4160-a213-2afb2ce36c33_Name">
    <vt:lpwstr>Confidential</vt:lpwstr>
  </property>
  <property fmtid="{D5CDD505-2E9C-101B-9397-08002B2CF9AE}" pid="11" name="MSIP_Label_1f379a47-aacf-4160-a213-2afb2ce36c33_SiteId">
    <vt:lpwstr>4b4e036d-f94b-4209-8f07-6860b3641366</vt:lpwstr>
  </property>
  <property fmtid="{D5CDD505-2E9C-101B-9397-08002B2CF9AE}" pid="12" name="MSIP_Label_1f379a47-aacf-4160-a213-2afb2ce36c33_ActionId">
    <vt:lpwstr>52b7d871-9b4a-4ee5-958f-6458c09dde67</vt:lpwstr>
  </property>
  <property fmtid="{D5CDD505-2E9C-101B-9397-08002B2CF9AE}" pid="13" name="MSIP_Label_1f379a47-aacf-4160-a213-2afb2ce36c33_ContentBits">
    <vt:lpwstr>0</vt:lpwstr>
  </property>
  <property fmtid="{D5CDD505-2E9C-101B-9397-08002B2CF9AE}" pid="14" name="MediaServiceImageTags">
    <vt:lpwstr/>
  </property>
</Properties>
</file>